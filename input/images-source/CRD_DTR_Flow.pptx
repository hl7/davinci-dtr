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686" r:id="rId5"/>
    <p:sldMasterId id="2147483719" r:id="rId6"/>
    <p:sldMasterId id="2147483738" r:id="rId7"/>
  </p:sldMasterIdLst>
  <p:notesMasterIdLst>
    <p:notesMasterId r:id="rId14"/>
  </p:notesMasterIdLst>
  <p:handoutMasterIdLst>
    <p:handoutMasterId r:id="rId15"/>
  </p:handoutMasterIdLst>
  <p:sldIdLst>
    <p:sldId id="2919" r:id="rId8"/>
    <p:sldId id="2922" r:id="rId9"/>
    <p:sldId id="2923" r:id="rId10"/>
    <p:sldId id="2927" r:id="rId11"/>
    <p:sldId id="2147483217" r:id="rId12"/>
    <p:sldId id="2147483216" r:id="rId13"/>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A4ADE3A-30A3-434C-A0A8-D43F949D9DE1}">
          <p14:sldIdLst>
            <p14:sldId id="2919"/>
            <p14:sldId id="2922"/>
            <p14:sldId id="2923"/>
            <p14:sldId id="2927"/>
            <p14:sldId id="2147483217"/>
            <p14:sldId id="21474832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Horbachevsky, Olexa" initials="HO" lastIdx="11" clrIdx="6">
    <p:extLst>
      <p:ext uri="{19B8F6BF-5375-455C-9EA6-DF929625EA0E}">
        <p15:presenceInfo xmlns:p15="http://schemas.microsoft.com/office/powerpoint/2012/main" userId="S::HORBACHEVSKY@MITRE.ORG::43a5b7ab-e855-42b1-a1cc-fbf6ba50047e" providerId="AD"/>
      </p:ext>
    </p:extLst>
  </p:cmAuthor>
  <p:cmAuthor id="1" name="Ambrose, Nalini" initials="AN" lastIdx="70" clrIdx="0">
    <p:extLst>
      <p:ext uri="{19B8F6BF-5375-455C-9EA6-DF929625EA0E}">
        <p15:presenceInfo xmlns:p15="http://schemas.microsoft.com/office/powerpoint/2012/main" userId="Ambrose, Nalini" providerId="None"/>
      </p:ext>
    </p:extLst>
  </p:cmAuthor>
  <p:cmAuthor id="8" name="Brossart, Christopher B" initials="BCB" lastIdx="4" clrIdx="7">
    <p:extLst>
      <p:ext uri="{19B8F6BF-5375-455C-9EA6-DF929625EA0E}">
        <p15:presenceInfo xmlns:p15="http://schemas.microsoft.com/office/powerpoint/2012/main" userId="S::CBROSSART@MITRE.ORG::669746af-9685-4127-ae04-6b8a656283b0" providerId="AD"/>
      </p:ext>
    </p:extLst>
  </p:cmAuthor>
  <p:cmAuthor id="2" name="Hanf, Diane P." initials="DPMH" lastIdx="12" clrIdx="1">
    <p:extLst>
      <p:ext uri="{19B8F6BF-5375-455C-9EA6-DF929625EA0E}">
        <p15:presenceInfo xmlns:p15="http://schemas.microsoft.com/office/powerpoint/2012/main" userId="Hanf, Diane P." providerId="None"/>
      </p:ext>
    </p:extLst>
  </p:cmAuthor>
  <p:cmAuthor id="9" name="Barbara A Kramer-Zarins" initials="BAK" lastIdx="33" clrIdx="8">
    <p:extLst>
      <p:ext uri="{19B8F6BF-5375-455C-9EA6-DF929625EA0E}">
        <p15:presenceInfo xmlns:p15="http://schemas.microsoft.com/office/powerpoint/2012/main" userId="S::BKRAMERZARINS@MITRE.ORG::e8e59360-c1cf-4f3d-b043-2847ac11b261" providerId="AD"/>
      </p:ext>
    </p:extLst>
  </p:cmAuthor>
  <p:cmAuthor id="3" name="Becker, Cathy" initials="BC" lastIdx="1" clrIdx="2">
    <p:extLst>
      <p:ext uri="{19B8F6BF-5375-455C-9EA6-DF929625EA0E}">
        <p15:presenceInfo xmlns:p15="http://schemas.microsoft.com/office/powerpoint/2012/main" userId="S::CDBECKER@MITRE.ORG::e2f07a33-09aa-4155-8033-4023729a7f1b" providerId="AD"/>
      </p:ext>
    </p:extLst>
  </p:cmAuthor>
  <p:cmAuthor id="10" name="Ashley Stedding" initials="AS" lastIdx="37" clrIdx="9">
    <p:extLst>
      <p:ext uri="{19B8F6BF-5375-455C-9EA6-DF929625EA0E}">
        <p15:presenceInfo xmlns:p15="http://schemas.microsoft.com/office/powerpoint/2012/main" userId="S-1-5-21-4095628063-3556742122-3606576086-147991" providerId="AD"/>
      </p:ext>
    </p:extLst>
  </p:cmAuthor>
  <p:cmAuthor id="4" name="Gauthier, Anne K" initials="GAK" lastIdx="3" clrIdx="3">
    <p:extLst>
      <p:ext uri="{19B8F6BF-5375-455C-9EA6-DF929625EA0E}">
        <p15:presenceInfo xmlns:p15="http://schemas.microsoft.com/office/powerpoint/2012/main" userId="S::AGAUTHIER@MITRE.ORG::a0c19b0c-15fd-44e8-84fa-835117547a12" providerId="AD"/>
      </p:ext>
    </p:extLst>
  </p:cmAuthor>
  <p:cmAuthor id="5" name="Decelles, Larry" initials="DL" lastIdx="19" clrIdx="4">
    <p:extLst>
      <p:ext uri="{19B8F6BF-5375-455C-9EA6-DF929625EA0E}">
        <p15:presenceInfo xmlns:p15="http://schemas.microsoft.com/office/powerpoint/2012/main" userId="S::ldecelles@mitre.org::eac91e92-c387-4beb-b59d-3be77b20eeb7" providerId="AD"/>
      </p:ext>
    </p:extLst>
  </p:cmAuthor>
  <p:cmAuthor id="6" name="Hanf, Diane P." initials="HDP" lastIdx="2" clrIdx="5">
    <p:extLst>
      <p:ext uri="{19B8F6BF-5375-455C-9EA6-DF929625EA0E}">
        <p15:presenceInfo xmlns:p15="http://schemas.microsoft.com/office/powerpoint/2012/main" userId="S::DHANF@MITRE.ORG::e7181523-2856-419c-9159-460eaf3587a2"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5EE"/>
    <a:srgbClr val="FFF6DD"/>
    <a:srgbClr val="FCF0D0"/>
    <a:srgbClr val="FFF2CC"/>
    <a:srgbClr val="F3F4E8"/>
    <a:srgbClr val="B88C00"/>
    <a:srgbClr val="FF2600"/>
    <a:srgbClr val="7030A0"/>
    <a:srgbClr val="000000"/>
    <a:srgbClr val="006C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7"/>
    <p:restoredTop sz="96571" autoAdjust="0"/>
  </p:normalViewPr>
  <p:slideViewPr>
    <p:cSldViewPr snapToGrid="0">
      <p:cViewPr varScale="1">
        <p:scale>
          <a:sx n="106" d="100"/>
          <a:sy n="106" d="100"/>
        </p:scale>
        <p:origin x="198" y="114"/>
      </p:cViewPr>
      <p:guideLst/>
    </p:cSldViewPr>
  </p:slideViewPr>
  <p:notesTextViewPr>
    <p:cViewPr>
      <p:scale>
        <a:sx n="3" d="2"/>
        <a:sy n="3" d="2"/>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3.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notesMaster" Target="notesMasters/notesMaster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44599737532809E-2"/>
          <c:y val="6.5585875984252001E-2"/>
          <c:w val="0.72019110892388505"/>
          <c:h val="0.82534645669291395"/>
        </c:manualLayout>
      </c:layout>
      <c:barChart>
        <c:barDir val="col"/>
        <c:grouping val="clustered"/>
        <c:varyColors val="0"/>
        <c:ser>
          <c:idx val="0"/>
          <c:order val="0"/>
          <c:tx>
            <c:strRef>
              <c:f>Sheet1!$B$1</c:f>
              <c:strCache>
                <c:ptCount val="1"/>
                <c:pt idx="0">
                  <c:v>Series 1</c:v>
                </c:pt>
              </c:strCache>
            </c:strRef>
          </c:tx>
          <c:invertIfNegative val="0"/>
          <c:cat>
            <c:strRef>
              <c:f>Sheet1!$A$2:$A$5</c:f>
              <c:strCache>
                <c:ptCount val="4"/>
                <c:pt idx="0">
                  <c:v>Category 1</c:v>
                </c:pt>
                <c:pt idx="1">
                  <c:v>Category 2</c:v>
                </c:pt>
                <c:pt idx="2">
                  <c:v>Category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DD1D-4D8D-9976-53849D7E5CF9}"/>
            </c:ext>
          </c:extLst>
        </c:ser>
        <c:ser>
          <c:idx val="1"/>
          <c:order val="1"/>
          <c:tx>
            <c:strRef>
              <c:f>Sheet1!$C$1</c:f>
              <c:strCache>
                <c:ptCount val="1"/>
                <c:pt idx="0">
                  <c:v>Series 2</c:v>
                </c:pt>
              </c:strCache>
            </c:strRef>
          </c:tx>
          <c:invertIfNegative val="0"/>
          <c:cat>
            <c:strRef>
              <c:f>Sheet1!$A$2:$A$5</c:f>
              <c:strCache>
                <c:ptCount val="4"/>
                <c:pt idx="0">
                  <c:v>Category 1</c:v>
                </c:pt>
                <c:pt idx="1">
                  <c:v>Category 2</c:v>
                </c:pt>
                <c:pt idx="2">
                  <c:v>Category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DD1D-4D8D-9976-53849D7E5CF9}"/>
            </c:ext>
          </c:extLst>
        </c:ser>
        <c:ser>
          <c:idx val="2"/>
          <c:order val="2"/>
          <c:tx>
            <c:strRef>
              <c:f>Sheet1!$D$1</c:f>
              <c:strCache>
                <c:ptCount val="1"/>
                <c:pt idx="0">
                  <c:v>Series 3</c:v>
                </c:pt>
              </c:strCache>
            </c:strRef>
          </c:tx>
          <c:invertIfNegative val="0"/>
          <c:cat>
            <c:strRef>
              <c:f>Sheet1!$A$2:$A$5</c:f>
              <c:strCache>
                <c:ptCount val="4"/>
                <c:pt idx="0">
                  <c:v>Category 1</c:v>
                </c:pt>
                <c:pt idx="1">
                  <c:v>Category 2</c:v>
                </c:pt>
                <c:pt idx="2">
                  <c:v>Category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DD1D-4D8D-9976-53849D7E5CF9}"/>
            </c:ext>
          </c:extLst>
        </c:ser>
        <c:dLbls>
          <c:showLegendKey val="0"/>
          <c:showVal val="0"/>
          <c:showCatName val="0"/>
          <c:showSerName val="0"/>
          <c:showPercent val="0"/>
          <c:showBubbleSize val="0"/>
        </c:dLbls>
        <c:gapWidth val="150"/>
        <c:axId val="337583488"/>
        <c:axId val="337583880"/>
      </c:barChart>
      <c:catAx>
        <c:axId val="337583488"/>
        <c:scaling>
          <c:orientation val="minMax"/>
        </c:scaling>
        <c:delete val="0"/>
        <c:axPos val="b"/>
        <c:numFmt formatCode="General" sourceLinked="0"/>
        <c:majorTickMark val="out"/>
        <c:minorTickMark val="none"/>
        <c:tickLblPos val="nextTo"/>
        <c:crossAx val="337583880"/>
        <c:crosses val="autoZero"/>
        <c:auto val="1"/>
        <c:lblAlgn val="ctr"/>
        <c:lblOffset val="100"/>
        <c:noMultiLvlLbl val="0"/>
      </c:catAx>
      <c:valAx>
        <c:axId val="337583880"/>
        <c:scaling>
          <c:orientation val="minMax"/>
        </c:scaling>
        <c:delete val="0"/>
        <c:axPos val="l"/>
        <c:majorGridlines/>
        <c:numFmt formatCode="General" sourceLinked="1"/>
        <c:majorTickMark val="out"/>
        <c:minorTickMark val="none"/>
        <c:tickLblPos val="nextTo"/>
        <c:crossAx val="337583488"/>
        <c:crosses val="autoZero"/>
        <c:crossBetween val="between"/>
      </c:valAx>
    </c:plotArea>
    <c:legend>
      <c:legendPos val="r"/>
      <c:overlay val="0"/>
    </c:legend>
    <c:plotVisOnly val="1"/>
    <c:dispBlanksAs val="gap"/>
    <c:showDLblsOverMax val="0"/>
  </c:chart>
  <c:txPr>
    <a:bodyPr/>
    <a:lstStyle/>
    <a:p>
      <a:pPr>
        <a:defRPr sz="1800"/>
      </a:pPr>
      <a:endParaRPr lang="en-US"/>
    </a:p>
  </c:txPr>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977C60-C9CE-4B5D-A794-D7BAFF626E00}" type="doc">
      <dgm:prSet loTypeId="urn:microsoft.com/office/officeart/2005/8/layout/hList7#1" loCatId="list" qsTypeId="urn:microsoft.com/office/officeart/2005/8/quickstyle/simple1" qsCatId="simple" csTypeId="urn:microsoft.com/office/officeart/2005/8/colors/accent1_2" csCatId="accent1" phldr="0"/>
      <dgm:spPr/>
    </dgm:pt>
    <dgm:pt modelId="{982A9893-AF29-44BF-9EE1-825C96CCCB84}">
      <dgm:prSet phldrT="[Text]" phldr="1"/>
      <dgm:spPr/>
      <dgm:t>
        <a:bodyPr/>
        <a:lstStyle/>
        <a:p>
          <a:endParaRPr lang="en-US" dirty="0"/>
        </a:p>
      </dgm:t>
    </dgm:pt>
    <dgm:pt modelId="{218B9BB6-ED6A-4AE6-AE96-F46EB8019E39}" type="parTrans" cxnId="{6CD0867F-E7D9-4D6E-8421-3F112030556B}">
      <dgm:prSet/>
      <dgm:spPr/>
      <dgm:t>
        <a:bodyPr/>
        <a:lstStyle/>
        <a:p>
          <a:endParaRPr lang="en-US"/>
        </a:p>
      </dgm:t>
    </dgm:pt>
    <dgm:pt modelId="{743629A4-0FAF-4D8C-AD37-606688062970}" type="sibTrans" cxnId="{6CD0867F-E7D9-4D6E-8421-3F112030556B}">
      <dgm:prSet/>
      <dgm:spPr/>
      <dgm:t>
        <a:bodyPr/>
        <a:lstStyle/>
        <a:p>
          <a:endParaRPr lang="en-US"/>
        </a:p>
      </dgm:t>
    </dgm:pt>
    <dgm:pt modelId="{4100DFDA-6187-4CAB-98EC-F1FCD515AD00}">
      <dgm:prSet phldrT="[Text]" phldr="1"/>
      <dgm:spPr/>
      <dgm:t>
        <a:bodyPr/>
        <a:lstStyle/>
        <a:p>
          <a:endParaRPr lang="en-US" dirty="0"/>
        </a:p>
      </dgm:t>
    </dgm:pt>
    <dgm:pt modelId="{00982176-5CFD-4A9D-B838-1841B248C78E}" type="parTrans" cxnId="{856E57D4-B6CE-4FCF-89EE-DC7E2426A457}">
      <dgm:prSet/>
      <dgm:spPr/>
      <dgm:t>
        <a:bodyPr/>
        <a:lstStyle/>
        <a:p>
          <a:endParaRPr lang="en-US"/>
        </a:p>
      </dgm:t>
    </dgm:pt>
    <dgm:pt modelId="{B1681C19-379C-4EE6-BB21-3F0D567FA05A}" type="sibTrans" cxnId="{856E57D4-B6CE-4FCF-89EE-DC7E2426A457}">
      <dgm:prSet/>
      <dgm:spPr/>
      <dgm:t>
        <a:bodyPr/>
        <a:lstStyle/>
        <a:p>
          <a:endParaRPr lang="en-US"/>
        </a:p>
      </dgm:t>
    </dgm:pt>
    <dgm:pt modelId="{29BCA6C7-AB94-4DDC-9002-88ECCECDD470}">
      <dgm:prSet phldrT="[Text]" phldr="1"/>
      <dgm:spPr/>
      <dgm:t>
        <a:bodyPr/>
        <a:lstStyle/>
        <a:p>
          <a:endParaRPr lang="en-US" dirty="0"/>
        </a:p>
      </dgm:t>
    </dgm:pt>
    <dgm:pt modelId="{708B6C34-6D74-4F56-A826-5CCC00AB734A}" type="parTrans" cxnId="{C2FB1B0A-9CF0-4C48-835C-E396B13158A6}">
      <dgm:prSet/>
      <dgm:spPr/>
      <dgm:t>
        <a:bodyPr/>
        <a:lstStyle/>
        <a:p>
          <a:endParaRPr lang="en-US"/>
        </a:p>
      </dgm:t>
    </dgm:pt>
    <dgm:pt modelId="{95208092-1108-42CA-8183-CAE2CBA67A17}" type="sibTrans" cxnId="{C2FB1B0A-9CF0-4C48-835C-E396B13158A6}">
      <dgm:prSet/>
      <dgm:spPr/>
      <dgm:t>
        <a:bodyPr/>
        <a:lstStyle/>
        <a:p>
          <a:endParaRPr lang="en-US"/>
        </a:p>
      </dgm:t>
    </dgm:pt>
    <dgm:pt modelId="{5259A90A-D943-4F44-B744-430CF8FFFA8D}" type="pres">
      <dgm:prSet presAssocID="{16977C60-C9CE-4B5D-A794-D7BAFF626E00}" presName="Name0" presStyleCnt="0">
        <dgm:presLayoutVars>
          <dgm:dir/>
          <dgm:resizeHandles val="exact"/>
        </dgm:presLayoutVars>
      </dgm:prSet>
      <dgm:spPr/>
    </dgm:pt>
    <dgm:pt modelId="{54CDFF4C-81B0-41BB-9998-7B4B129B3E28}" type="pres">
      <dgm:prSet presAssocID="{16977C60-C9CE-4B5D-A794-D7BAFF626E00}" presName="fgShape" presStyleLbl="fgShp" presStyleIdx="0" presStyleCnt="1"/>
      <dgm:spPr/>
    </dgm:pt>
    <dgm:pt modelId="{CE3A265A-0DB6-49CD-8425-46DFF56BDCDD}" type="pres">
      <dgm:prSet presAssocID="{16977C60-C9CE-4B5D-A794-D7BAFF626E00}" presName="linComp" presStyleCnt="0"/>
      <dgm:spPr/>
    </dgm:pt>
    <dgm:pt modelId="{D8C8F432-9D2A-423F-A480-E04ABC1348EA}" type="pres">
      <dgm:prSet presAssocID="{982A9893-AF29-44BF-9EE1-825C96CCCB84}" presName="compNode" presStyleCnt="0"/>
      <dgm:spPr/>
    </dgm:pt>
    <dgm:pt modelId="{14380E18-9A73-4693-AA09-9A5B938DE7BE}" type="pres">
      <dgm:prSet presAssocID="{982A9893-AF29-44BF-9EE1-825C96CCCB84}" presName="bkgdShape" presStyleLbl="node1" presStyleIdx="0" presStyleCnt="3"/>
      <dgm:spPr/>
    </dgm:pt>
    <dgm:pt modelId="{52792FB9-D706-44E9-8794-BA0A0D87EE97}" type="pres">
      <dgm:prSet presAssocID="{982A9893-AF29-44BF-9EE1-825C96CCCB84}" presName="nodeTx" presStyleLbl="node1" presStyleIdx="0" presStyleCnt="3">
        <dgm:presLayoutVars>
          <dgm:bulletEnabled val="1"/>
        </dgm:presLayoutVars>
      </dgm:prSet>
      <dgm:spPr/>
    </dgm:pt>
    <dgm:pt modelId="{7ED8C7D9-E7AA-49D5-B7CA-202B5E8212D9}" type="pres">
      <dgm:prSet presAssocID="{982A9893-AF29-44BF-9EE1-825C96CCCB84}" presName="invisiNode" presStyleLbl="node1" presStyleIdx="0" presStyleCnt="3"/>
      <dgm:spPr/>
    </dgm:pt>
    <dgm:pt modelId="{878BC7C1-2F4C-46EE-9F04-B02E8B8A9171}" type="pres">
      <dgm:prSet presAssocID="{982A9893-AF29-44BF-9EE1-825C96CCCB84}" presName="imagNode" presStyleLbl="fgImgPlace1" presStyleIdx="0" presStyleCnt="3"/>
      <dgm:spPr/>
    </dgm:pt>
    <dgm:pt modelId="{710D4F04-8E65-41C1-AE1A-EC820565D65D}" type="pres">
      <dgm:prSet presAssocID="{743629A4-0FAF-4D8C-AD37-606688062970}" presName="sibTrans" presStyleLbl="sibTrans2D1" presStyleIdx="0" presStyleCnt="0"/>
      <dgm:spPr/>
    </dgm:pt>
    <dgm:pt modelId="{5B0D38DC-7CF7-4C7E-91E7-940A04B4AF00}" type="pres">
      <dgm:prSet presAssocID="{4100DFDA-6187-4CAB-98EC-F1FCD515AD00}" presName="compNode" presStyleCnt="0"/>
      <dgm:spPr/>
    </dgm:pt>
    <dgm:pt modelId="{8DA777F8-8704-4AAB-9FA5-0F95BB444C08}" type="pres">
      <dgm:prSet presAssocID="{4100DFDA-6187-4CAB-98EC-F1FCD515AD00}" presName="bkgdShape" presStyleLbl="node1" presStyleIdx="1" presStyleCnt="3"/>
      <dgm:spPr/>
    </dgm:pt>
    <dgm:pt modelId="{AEC3DBBF-E3B5-48F9-B68F-834054216858}" type="pres">
      <dgm:prSet presAssocID="{4100DFDA-6187-4CAB-98EC-F1FCD515AD00}" presName="nodeTx" presStyleLbl="node1" presStyleIdx="1" presStyleCnt="3">
        <dgm:presLayoutVars>
          <dgm:bulletEnabled val="1"/>
        </dgm:presLayoutVars>
      </dgm:prSet>
      <dgm:spPr/>
    </dgm:pt>
    <dgm:pt modelId="{0CDE0D8A-336E-4555-9A78-8010E6148BF3}" type="pres">
      <dgm:prSet presAssocID="{4100DFDA-6187-4CAB-98EC-F1FCD515AD00}" presName="invisiNode" presStyleLbl="node1" presStyleIdx="1" presStyleCnt="3"/>
      <dgm:spPr/>
    </dgm:pt>
    <dgm:pt modelId="{CBF537D4-A545-4B6C-939F-63E432C9F5A6}" type="pres">
      <dgm:prSet presAssocID="{4100DFDA-6187-4CAB-98EC-F1FCD515AD00}" presName="imagNode" presStyleLbl="fgImgPlace1" presStyleIdx="1" presStyleCnt="3"/>
      <dgm:spPr/>
    </dgm:pt>
    <dgm:pt modelId="{AB92182A-DE47-4F5D-AAE9-9241E3443498}" type="pres">
      <dgm:prSet presAssocID="{B1681C19-379C-4EE6-BB21-3F0D567FA05A}" presName="sibTrans" presStyleLbl="sibTrans2D1" presStyleIdx="0" presStyleCnt="0"/>
      <dgm:spPr/>
    </dgm:pt>
    <dgm:pt modelId="{4570698D-C253-448B-B958-9248DE8E585F}" type="pres">
      <dgm:prSet presAssocID="{29BCA6C7-AB94-4DDC-9002-88ECCECDD470}" presName="compNode" presStyleCnt="0"/>
      <dgm:spPr/>
    </dgm:pt>
    <dgm:pt modelId="{DC57AA67-BB0C-436A-8311-CCADCB517509}" type="pres">
      <dgm:prSet presAssocID="{29BCA6C7-AB94-4DDC-9002-88ECCECDD470}" presName="bkgdShape" presStyleLbl="node1" presStyleIdx="2" presStyleCnt="3"/>
      <dgm:spPr/>
    </dgm:pt>
    <dgm:pt modelId="{A7079005-9C7D-4CC2-AF0F-671C3A00B010}" type="pres">
      <dgm:prSet presAssocID="{29BCA6C7-AB94-4DDC-9002-88ECCECDD470}" presName="nodeTx" presStyleLbl="node1" presStyleIdx="2" presStyleCnt="3">
        <dgm:presLayoutVars>
          <dgm:bulletEnabled val="1"/>
        </dgm:presLayoutVars>
      </dgm:prSet>
      <dgm:spPr/>
    </dgm:pt>
    <dgm:pt modelId="{B649FBB1-0B4B-4609-871C-FED7BF315C9F}" type="pres">
      <dgm:prSet presAssocID="{29BCA6C7-AB94-4DDC-9002-88ECCECDD470}" presName="invisiNode" presStyleLbl="node1" presStyleIdx="2" presStyleCnt="3"/>
      <dgm:spPr/>
    </dgm:pt>
    <dgm:pt modelId="{50205122-CAA7-4B2D-9630-970F04BD2C9B}" type="pres">
      <dgm:prSet presAssocID="{29BCA6C7-AB94-4DDC-9002-88ECCECDD470}" presName="imagNode" presStyleLbl="fgImgPlace1" presStyleIdx="2" presStyleCnt="3"/>
      <dgm:spPr/>
    </dgm:pt>
  </dgm:ptLst>
  <dgm:cxnLst>
    <dgm:cxn modelId="{C2FB1B0A-9CF0-4C48-835C-E396B13158A6}" srcId="{16977C60-C9CE-4B5D-A794-D7BAFF626E00}" destId="{29BCA6C7-AB94-4DDC-9002-88ECCECDD470}" srcOrd="2" destOrd="0" parTransId="{708B6C34-6D74-4F56-A826-5CCC00AB734A}" sibTransId="{95208092-1108-42CA-8183-CAE2CBA67A17}"/>
    <dgm:cxn modelId="{20E49815-A436-8544-8063-DD2CCCDAA3E8}" type="presOf" srcId="{29BCA6C7-AB94-4DDC-9002-88ECCECDD470}" destId="{DC57AA67-BB0C-436A-8311-CCADCB517509}" srcOrd="0" destOrd="0" presId="urn:microsoft.com/office/officeart/2005/8/layout/hList7#1"/>
    <dgm:cxn modelId="{46A6F015-B8E5-CC45-ADA7-8F092F51A5A4}" type="presOf" srcId="{4100DFDA-6187-4CAB-98EC-F1FCD515AD00}" destId="{AEC3DBBF-E3B5-48F9-B68F-834054216858}" srcOrd="1" destOrd="0" presId="urn:microsoft.com/office/officeart/2005/8/layout/hList7#1"/>
    <dgm:cxn modelId="{E3E72832-4CCE-7B4A-BEB2-3D42D10B719D}" type="presOf" srcId="{29BCA6C7-AB94-4DDC-9002-88ECCECDD470}" destId="{A7079005-9C7D-4CC2-AF0F-671C3A00B010}" srcOrd="1" destOrd="0" presId="urn:microsoft.com/office/officeart/2005/8/layout/hList7#1"/>
    <dgm:cxn modelId="{11E43159-94C9-F141-865B-EA50FECCD399}" type="presOf" srcId="{B1681C19-379C-4EE6-BB21-3F0D567FA05A}" destId="{AB92182A-DE47-4F5D-AAE9-9241E3443498}" srcOrd="0" destOrd="0" presId="urn:microsoft.com/office/officeart/2005/8/layout/hList7#1"/>
    <dgm:cxn modelId="{C832DF5A-3E3D-334E-87E9-F224EFF2BA8D}" type="presOf" srcId="{743629A4-0FAF-4D8C-AD37-606688062970}" destId="{710D4F04-8E65-41C1-AE1A-EC820565D65D}" srcOrd="0" destOrd="0" presId="urn:microsoft.com/office/officeart/2005/8/layout/hList7#1"/>
    <dgm:cxn modelId="{730B117D-673C-D141-80E1-4C2835A20DBC}" type="presOf" srcId="{16977C60-C9CE-4B5D-A794-D7BAFF626E00}" destId="{5259A90A-D943-4F44-B744-430CF8FFFA8D}" srcOrd="0" destOrd="0" presId="urn:microsoft.com/office/officeart/2005/8/layout/hList7#1"/>
    <dgm:cxn modelId="{6CD0867F-E7D9-4D6E-8421-3F112030556B}" srcId="{16977C60-C9CE-4B5D-A794-D7BAFF626E00}" destId="{982A9893-AF29-44BF-9EE1-825C96CCCB84}" srcOrd="0" destOrd="0" parTransId="{218B9BB6-ED6A-4AE6-AE96-F46EB8019E39}" sibTransId="{743629A4-0FAF-4D8C-AD37-606688062970}"/>
    <dgm:cxn modelId="{DBCC4DA6-09AB-1F41-B819-5B1C424079D7}" type="presOf" srcId="{982A9893-AF29-44BF-9EE1-825C96CCCB84}" destId="{52792FB9-D706-44E9-8794-BA0A0D87EE97}" srcOrd="1" destOrd="0" presId="urn:microsoft.com/office/officeart/2005/8/layout/hList7#1"/>
    <dgm:cxn modelId="{856E57D4-B6CE-4FCF-89EE-DC7E2426A457}" srcId="{16977C60-C9CE-4B5D-A794-D7BAFF626E00}" destId="{4100DFDA-6187-4CAB-98EC-F1FCD515AD00}" srcOrd="1" destOrd="0" parTransId="{00982176-5CFD-4A9D-B838-1841B248C78E}" sibTransId="{B1681C19-379C-4EE6-BB21-3F0D567FA05A}"/>
    <dgm:cxn modelId="{2520C6F1-D0DE-F948-9350-DE07E101CEF5}" type="presOf" srcId="{4100DFDA-6187-4CAB-98EC-F1FCD515AD00}" destId="{8DA777F8-8704-4AAB-9FA5-0F95BB444C08}" srcOrd="0" destOrd="0" presId="urn:microsoft.com/office/officeart/2005/8/layout/hList7#1"/>
    <dgm:cxn modelId="{D45A37F4-4829-6F43-BD6A-EE7B5925615C}" type="presOf" srcId="{982A9893-AF29-44BF-9EE1-825C96CCCB84}" destId="{14380E18-9A73-4693-AA09-9A5B938DE7BE}" srcOrd="0" destOrd="0" presId="urn:microsoft.com/office/officeart/2005/8/layout/hList7#1"/>
    <dgm:cxn modelId="{623F7618-CC8D-5649-B8BE-D901AB7F38F3}" type="presParOf" srcId="{5259A90A-D943-4F44-B744-430CF8FFFA8D}" destId="{54CDFF4C-81B0-41BB-9998-7B4B129B3E28}" srcOrd="0" destOrd="0" presId="urn:microsoft.com/office/officeart/2005/8/layout/hList7#1"/>
    <dgm:cxn modelId="{7394D344-A1DC-D346-A4C1-0011DD5C3428}" type="presParOf" srcId="{5259A90A-D943-4F44-B744-430CF8FFFA8D}" destId="{CE3A265A-0DB6-49CD-8425-46DFF56BDCDD}" srcOrd="1" destOrd="0" presId="urn:microsoft.com/office/officeart/2005/8/layout/hList7#1"/>
    <dgm:cxn modelId="{06344920-38F6-784C-AB37-80368BE05EEA}" type="presParOf" srcId="{CE3A265A-0DB6-49CD-8425-46DFF56BDCDD}" destId="{D8C8F432-9D2A-423F-A480-E04ABC1348EA}" srcOrd="0" destOrd="0" presId="urn:microsoft.com/office/officeart/2005/8/layout/hList7#1"/>
    <dgm:cxn modelId="{2C8A5AF7-674E-964A-A80D-0010B8FF1C89}" type="presParOf" srcId="{D8C8F432-9D2A-423F-A480-E04ABC1348EA}" destId="{14380E18-9A73-4693-AA09-9A5B938DE7BE}" srcOrd="0" destOrd="0" presId="urn:microsoft.com/office/officeart/2005/8/layout/hList7#1"/>
    <dgm:cxn modelId="{7C8D25DD-7670-7B45-82DD-5DE2939BDCEA}" type="presParOf" srcId="{D8C8F432-9D2A-423F-A480-E04ABC1348EA}" destId="{52792FB9-D706-44E9-8794-BA0A0D87EE97}" srcOrd="1" destOrd="0" presId="urn:microsoft.com/office/officeart/2005/8/layout/hList7#1"/>
    <dgm:cxn modelId="{78ECDFCF-9DA4-AF45-8F05-821FE467787E}" type="presParOf" srcId="{D8C8F432-9D2A-423F-A480-E04ABC1348EA}" destId="{7ED8C7D9-E7AA-49D5-B7CA-202B5E8212D9}" srcOrd="2" destOrd="0" presId="urn:microsoft.com/office/officeart/2005/8/layout/hList7#1"/>
    <dgm:cxn modelId="{FBB1FD5E-8D0C-3C49-A0F4-C81A83B8BDAE}" type="presParOf" srcId="{D8C8F432-9D2A-423F-A480-E04ABC1348EA}" destId="{878BC7C1-2F4C-46EE-9F04-B02E8B8A9171}" srcOrd="3" destOrd="0" presId="urn:microsoft.com/office/officeart/2005/8/layout/hList7#1"/>
    <dgm:cxn modelId="{16EA1165-E658-9447-83D6-E2DB07C445E0}" type="presParOf" srcId="{CE3A265A-0DB6-49CD-8425-46DFF56BDCDD}" destId="{710D4F04-8E65-41C1-AE1A-EC820565D65D}" srcOrd="1" destOrd="0" presId="urn:microsoft.com/office/officeart/2005/8/layout/hList7#1"/>
    <dgm:cxn modelId="{BEC7DE42-C6E7-BC4B-BF8F-F844D08F0B96}" type="presParOf" srcId="{CE3A265A-0DB6-49CD-8425-46DFF56BDCDD}" destId="{5B0D38DC-7CF7-4C7E-91E7-940A04B4AF00}" srcOrd="2" destOrd="0" presId="urn:microsoft.com/office/officeart/2005/8/layout/hList7#1"/>
    <dgm:cxn modelId="{5CBA38B0-EE76-5641-8232-4A979945962D}" type="presParOf" srcId="{5B0D38DC-7CF7-4C7E-91E7-940A04B4AF00}" destId="{8DA777F8-8704-4AAB-9FA5-0F95BB444C08}" srcOrd="0" destOrd="0" presId="urn:microsoft.com/office/officeart/2005/8/layout/hList7#1"/>
    <dgm:cxn modelId="{88B49B70-395A-4B47-BC4E-AD289E462C28}" type="presParOf" srcId="{5B0D38DC-7CF7-4C7E-91E7-940A04B4AF00}" destId="{AEC3DBBF-E3B5-48F9-B68F-834054216858}" srcOrd="1" destOrd="0" presId="urn:microsoft.com/office/officeart/2005/8/layout/hList7#1"/>
    <dgm:cxn modelId="{A7EB326D-F500-9946-99F0-A4589F8D91E1}" type="presParOf" srcId="{5B0D38DC-7CF7-4C7E-91E7-940A04B4AF00}" destId="{0CDE0D8A-336E-4555-9A78-8010E6148BF3}" srcOrd="2" destOrd="0" presId="urn:microsoft.com/office/officeart/2005/8/layout/hList7#1"/>
    <dgm:cxn modelId="{899BDA00-A159-FD4C-A117-3C17DFE8EABD}" type="presParOf" srcId="{5B0D38DC-7CF7-4C7E-91E7-940A04B4AF00}" destId="{CBF537D4-A545-4B6C-939F-63E432C9F5A6}" srcOrd="3" destOrd="0" presId="urn:microsoft.com/office/officeart/2005/8/layout/hList7#1"/>
    <dgm:cxn modelId="{614A63F2-7CA1-FC44-80B2-118C2B2F68A9}" type="presParOf" srcId="{CE3A265A-0DB6-49CD-8425-46DFF56BDCDD}" destId="{AB92182A-DE47-4F5D-AAE9-9241E3443498}" srcOrd="3" destOrd="0" presId="urn:microsoft.com/office/officeart/2005/8/layout/hList7#1"/>
    <dgm:cxn modelId="{1E6D8442-A94A-A448-922D-752DDBDA531B}" type="presParOf" srcId="{CE3A265A-0DB6-49CD-8425-46DFF56BDCDD}" destId="{4570698D-C253-448B-B958-9248DE8E585F}" srcOrd="4" destOrd="0" presId="urn:microsoft.com/office/officeart/2005/8/layout/hList7#1"/>
    <dgm:cxn modelId="{09090066-2CF5-9041-B61D-2A886B2151A8}" type="presParOf" srcId="{4570698D-C253-448B-B958-9248DE8E585F}" destId="{DC57AA67-BB0C-436A-8311-CCADCB517509}" srcOrd="0" destOrd="0" presId="urn:microsoft.com/office/officeart/2005/8/layout/hList7#1"/>
    <dgm:cxn modelId="{1EAB27FF-ADB7-6F47-9CED-94F1CE0DD0B7}" type="presParOf" srcId="{4570698D-C253-448B-B958-9248DE8E585F}" destId="{A7079005-9C7D-4CC2-AF0F-671C3A00B010}" srcOrd="1" destOrd="0" presId="urn:microsoft.com/office/officeart/2005/8/layout/hList7#1"/>
    <dgm:cxn modelId="{AC8CC67B-BBD1-3047-A460-1DB491D66B29}" type="presParOf" srcId="{4570698D-C253-448B-B958-9248DE8E585F}" destId="{B649FBB1-0B4B-4609-871C-FED7BF315C9F}" srcOrd="2" destOrd="0" presId="urn:microsoft.com/office/officeart/2005/8/layout/hList7#1"/>
    <dgm:cxn modelId="{42E45520-B6D4-6C43-8178-A7C54140E71B}" type="presParOf" srcId="{4570698D-C253-448B-B958-9248DE8E585F}" destId="{50205122-CAA7-4B2D-9630-970F04BD2C9B}" srcOrd="3" destOrd="0" presId="urn:microsoft.com/office/officeart/2005/8/layout/hList7#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380E18-9A73-4693-AA09-9A5B938DE7BE}">
      <dsp:nvSpPr>
        <dsp:cNvPr id="0" name=""/>
        <dsp:cNvSpPr/>
      </dsp:nvSpPr>
      <dsp:spPr>
        <a:xfrm>
          <a:off x="2303" y="0"/>
          <a:ext cx="3584376" cy="42973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3832" tIns="433832" rIns="433832" bIns="433832" numCol="1" spcCol="1270" anchor="ctr" anchorCtr="0">
          <a:noAutofit/>
        </a:bodyPr>
        <a:lstStyle/>
        <a:p>
          <a:pPr marL="0" lvl="0" indent="0" algn="ctr" defTabSz="2711450">
            <a:lnSpc>
              <a:spcPct val="90000"/>
            </a:lnSpc>
            <a:spcBef>
              <a:spcPct val="0"/>
            </a:spcBef>
            <a:spcAft>
              <a:spcPct val="35000"/>
            </a:spcAft>
            <a:buNone/>
          </a:pPr>
          <a:endParaRPr lang="en-US" sz="6100" kern="1200"/>
        </a:p>
      </dsp:txBody>
      <dsp:txXfrm>
        <a:off x="2303" y="1718945"/>
        <a:ext cx="3584376" cy="1718945"/>
      </dsp:txXfrm>
    </dsp:sp>
    <dsp:sp modelId="{878BC7C1-2F4C-46EE-9F04-B02E8B8A9171}">
      <dsp:nvSpPr>
        <dsp:cNvPr id="0" name=""/>
        <dsp:cNvSpPr/>
      </dsp:nvSpPr>
      <dsp:spPr>
        <a:xfrm>
          <a:off x="1078981" y="257841"/>
          <a:ext cx="1431021" cy="1431021"/>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DA777F8-8704-4AAB-9FA5-0F95BB444C08}">
      <dsp:nvSpPr>
        <dsp:cNvPr id="0" name=""/>
        <dsp:cNvSpPr/>
      </dsp:nvSpPr>
      <dsp:spPr>
        <a:xfrm>
          <a:off x="3694211" y="0"/>
          <a:ext cx="3584376" cy="42973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3832" tIns="433832" rIns="433832" bIns="433832" numCol="1" spcCol="1270" anchor="ctr" anchorCtr="0">
          <a:noAutofit/>
        </a:bodyPr>
        <a:lstStyle/>
        <a:p>
          <a:pPr marL="0" lvl="0" indent="0" algn="ctr" defTabSz="2711450">
            <a:lnSpc>
              <a:spcPct val="90000"/>
            </a:lnSpc>
            <a:spcBef>
              <a:spcPct val="0"/>
            </a:spcBef>
            <a:spcAft>
              <a:spcPct val="35000"/>
            </a:spcAft>
            <a:buNone/>
          </a:pPr>
          <a:endParaRPr lang="en-US" sz="6100" kern="1200"/>
        </a:p>
      </dsp:txBody>
      <dsp:txXfrm>
        <a:off x="3694211" y="1718945"/>
        <a:ext cx="3584376" cy="1718945"/>
      </dsp:txXfrm>
    </dsp:sp>
    <dsp:sp modelId="{CBF537D4-A545-4B6C-939F-63E432C9F5A6}">
      <dsp:nvSpPr>
        <dsp:cNvPr id="0" name=""/>
        <dsp:cNvSpPr/>
      </dsp:nvSpPr>
      <dsp:spPr>
        <a:xfrm>
          <a:off x="4770889" y="257841"/>
          <a:ext cx="1431021" cy="1431021"/>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C57AA67-BB0C-436A-8311-CCADCB517509}">
      <dsp:nvSpPr>
        <dsp:cNvPr id="0" name=""/>
        <dsp:cNvSpPr/>
      </dsp:nvSpPr>
      <dsp:spPr>
        <a:xfrm>
          <a:off x="7386119" y="0"/>
          <a:ext cx="3584376" cy="429736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3832" tIns="433832" rIns="433832" bIns="433832" numCol="1" spcCol="1270" anchor="ctr" anchorCtr="0">
          <a:noAutofit/>
        </a:bodyPr>
        <a:lstStyle/>
        <a:p>
          <a:pPr marL="0" lvl="0" indent="0" algn="ctr" defTabSz="2711450">
            <a:lnSpc>
              <a:spcPct val="90000"/>
            </a:lnSpc>
            <a:spcBef>
              <a:spcPct val="0"/>
            </a:spcBef>
            <a:spcAft>
              <a:spcPct val="35000"/>
            </a:spcAft>
            <a:buNone/>
          </a:pPr>
          <a:endParaRPr lang="en-US" sz="6100" kern="1200"/>
        </a:p>
      </dsp:txBody>
      <dsp:txXfrm>
        <a:off x="7386119" y="1718945"/>
        <a:ext cx="3584376" cy="1718945"/>
      </dsp:txXfrm>
    </dsp:sp>
    <dsp:sp modelId="{50205122-CAA7-4B2D-9630-970F04BD2C9B}">
      <dsp:nvSpPr>
        <dsp:cNvPr id="0" name=""/>
        <dsp:cNvSpPr/>
      </dsp:nvSpPr>
      <dsp:spPr>
        <a:xfrm>
          <a:off x="8462796" y="257841"/>
          <a:ext cx="1431021" cy="1431021"/>
        </a:xfrm>
        <a:prstGeom prst="ellipse">
          <a:avLst/>
        </a:prstGeom>
        <a:solidFill>
          <a:schemeClr val="accent1">
            <a:tint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4CDFF4C-81B0-41BB-9998-7B4B129B3E28}">
      <dsp:nvSpPr>
        <dsp:cNvPr id="0" name=""/>
        <dsp:cNvSpPr/>
      </dsp:nvSpPr>
      <dsp:spPr>
        <a:xfrm>
          <a:off x="438912" y="3437890"/>
          <a:ext cx="10094976" cy="644604"/>
        </a:xfrm>
        <a:prstGeom prst="leftRight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7#1">
  <dgm:title val=""/>
  <dgm:desc val=""/>
  <dgm:catLst>
    <dgm:cat type="list" pri="12000"/>
    <dgm:cat type="process" pri="20000"/>
    <dgm:cat type="relationship" pri="14000"/>
    <dgm:cat type="convert" pri="8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872F47-6CE5-4D95-B8D6-9AEA9A7E5F93}"/>
              </a:ext>
            </a:extLst>
          </p:cNvPr>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dirty="0"/>
          </a:p>
        </p:txBody>
      </p:sp>
      <p:sp>
        <p:nvSpPr>
          <p:cNvPr id="3" name="Date Placeholder 2">
            <a:extLst>
              <a:ext uri="{FF2B5EF4-FFF2-40B4-BE49-F238E27FC236}">
                <a16:creationId xmlns:a16="http://schemas.microsoft.com/office/drawing/2014/main" id="{36F9E59F-E5BF-4AA4-882B-F5B705DF29A6}"/>
              </a:ext>
            </a:extLst>
          </p:cNvPr>
          <p:cNvSpPr>
            <a:spLocks noGrp="1"/>
          </p:cNvSpPr>
          <p:nvPr>
            <p:ph type="dt" sz="quarter" idx="1"/>
          </p:nvPr>
        </p:nvSpPr>
        <p:spPr>
          <a:xfrm>
            <a:off x="3970938" y="0"/>
            <a:ext cx="3037840" cy="463408"/>
          </a:xfrm>
          <a:prstGeom prst="rect">
            <a:avLst/>
          </a:prstGeom>
        </p:spPr>
        <p:txBody>
          <a:bodyPr vert="horz" lIns="92830" tIns="46415" rIns="92830" bIns="46415" rtlCol="0"/>
          <a:lstStyle>
            <a:lvl1pPr algn="r">
              <a:defRPr sz="1200"/>
            </a:lvl1pPr>
          </a:lstStyle>
          <a:p>
            <a:fld id="{FD8C879B-2DAC-426D-B5B4-08F42B952A26}" type="datetimeFigureOut">
              <a:rPr lang="en-US" smtClean="0"/>
              <a:t>6/5/2026</a:t>
            </a:fld>
            <a:endParaRPr lang="en-US" dirty="0"/>
          </a:p>
        </p:txBody>
      </p:sp>
      <p:sp>
        <p:nvSpPr>
          <p:cNvPr id="4" name="Footer Placeholder 3">
            <a:extLst>
              <a:ext uri="{FF2B5EF4-FFF2-40B4-BE49-F238E27FC236}">
                <a16:creationId xmlns:a16="http://schemas.microsoft.com/office/drawing/2014/main" id="{772C577A-CE6A-45AF-8211-1E758E6AA8D9}"/>
              </a:ext>
            </a:extLst>
          </p:cNvPr>
          <p:cNvSpPr>
            <a:spLocks noGrp="1"/>
          </p:cNvSpPr>
          <p:nvPr>
            <p:ph type="ftr" sz="quarter" idx="2"/>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E69FD71-56EF-4DDF-81F5-C5CCA31DCE17}"/>
              </a:ext>
            </a:extLst>
          </p:cNvPr>
          <p:cNvSpPr>
            <a:spLocks noGrp="1"/>
          </p:cNvSpPr>
          <p:nvPr>
            <p:ph type="sldNum" sz="quarter" idx="3"/>
          </p:nvPr>
        </p:nvSpPr>
        <p:spPr>
          <a:xfrm>
            <a:off x="3970938" y="8772669"/>
            <a:ext cx="3037840" cy="463407"/>
          </a:xfrm>
          <a:prstGeom prst="rect">
            <a:avLst/>
          </a:prstGeom>
        </p:spPr>
        <p:txBody>
          <a:bodyPr vert="horz" lIns="92830" tIns="46415" rIns="92830" bIns="46415" rtlCol="0" anchor="b"/>
          <a:lstStyle>
            <a:lvl1pPr algn="r">
              <a:defRPr sz="1200"/>
            </a:lvl1pPr>
          </a:lstStyle>
          <a:p>
            <a:fld id="{4C856900-9607-4639-A903-F11B6E042CE6}" type="slidenum">
              <a:rPr lang="en-US" smtClean="0"/>
              <a:t>‹#›</a:t>
            </a:fld>
            <a:endParaRPr lang="en-US" dirty="0"/>
          </a:p>
        </p:txBody>
      </p:sp>
    </p:spTree>
    <p:extLst>
      <p:ext uri="{BB962C8B-B14F-4D97-AF65-F5344CB8AC3E}">
        <p14:creationId xmlns:p14="http://schemas.microsoft.com/office/powerpoint/2010/main" val="9404445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dirty="0"/>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92E54576-A3BB-48F9-891E-992E86D01A7B}" type="datetimeFigureOut">
              <a:rPr lang="en-US" smtClean="0"/>
              <a:t>6/5/2026</a:t>
            </a:fld>
            <a:endParaRPr lang="en-US" dirty="0"/>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dirty="0"/>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D58F3C89-9E49-4851-A18A-DAECD34FD650}" type="slidenum">
              <a:rPr lang="en-US" smtClean="0"/>
              <a:t>‹#›</a:t>
            </a:fld>
            <a:endParaRPr lang="en-US" dirty="0"/>
          </a:p>
        </p:txBody>
      </p:sp>
    </p:spTree>
    <p:extLst>
      <p:ext uri="{BB962C8B-B14F-4D97-AF65-F5344CB8AC3E}">
        <p14:creationId xmlns:p14="http://schemas.microsoft.com/office/powerpoint/2010/main" val="7115108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D58F3C89-9E49-4851-A18A-DAECD34FD650}" type="slidenum">
              <a:rPr lang="en-US" smtClean="0"/>
              <a:t>1</a:t>
            </a:fld>
            <a:endParaRPr lang="en-US" dirty="0"/>
          </a:p>
        </p:txBody>
      </p:sp>
    </p:spTree>
    <p:extLst>
      <p:ext uri="{BB962C8B-B14F-4D97-AF65-F5344CB8AC3E}">
        <p14:creationId xmlns:p14="http://schemas.microsoft.com/office/powerpoint/2010/main" val="38422959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D4C1B-AB5B-66E8-4294-C422F1F8A0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72C1C5-DE3C-FE6C-237E-E5661710AD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B5B949-05ED-21A8-3287-5C765592120C}"/>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1191A61-B1BB-BADF-26D0-D2507D4FEF2F}"/>
              </a:ext>
            </a:extLst>
          </p:cNvPr>
          <p:cNvSpPr>
            <a:spLocks noGrp="1"/>
          </p:cNvSpPr>
          <p:nvPr>
            <p:ph type="sldNum" sz="quarter" idx="5"/>
          </p:nvPr>
        </p:nvSpPr>
        <p:spPr/>
        <p:txBody>
          <a:bodyPr/>
          <a:lstStyle/>
          <a:p>
            <a:fld id="{D58F3C89-9E49-4851-A18A-DAECD34FD650}" type="slidenum">
              <a:rPr lang="en-US" smtClean="0"/>
              <a:t>4</a:t>
            </a:fld>
            <a:endParaRPr lang="en-US" dirty="0"/>
          </a:p>
        </p:txBody>
      </p:sp>
    </p:spTree>
    <p:extLst>
      <p:ext uri="{BB962C8B-B14F-4D97-AF65-F5344CB8AC3E}">
        <p14:creationId xmlns:p14="http://schemas.microsoft.com/office/powerpoint/2010/main" val="41305900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21AF4-6264-3B47-3082-60081FA4C8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269804-3758-DEC9-B444-41BD1DCEEB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70A8-AA7D-132C-33CD-2058879B894F}"/>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1330EDB-5F37-2787-B169-2E027395DD13}"/>
              </a:ext>
            </a:extLst>
          </p:cNvPr>
          <p:cNvSpPr>
            <a:spLocks noGrp="1"/>
          </p:cNvSpPr>
          <p:nvPr>
            <p:ph type="sldNum" sz="quarter" idx="5"/>
          </p:nvPr>
        </p:nvSpPr>
        <p:spPr/>
        <p:txBody>
          <a:bodyPr/>
          <a:lstStyle/>
          <a:p>
            <a:fld id="{D58F3C89-9E49-4851-A18A-DAECD34FD650}" type="slidenum">
              <a:rPr lang="en-US" smtClean="0"/>
              <a:t>5</a:t>
            </a:fld>
            <a:endParaRPr lang="en-US" dirty="0"/>
          </a:p>
        </p:txBody>
      </p:sp>
    </p:spTree>
    <p:extLst>
      <p:ext uri="{BB962C8B-B14F-4D97-AF65-F5344CB8AC3E}">
        <p14:creationId xmlns:p14="http://schemas.microsoft.com/office/powerpoint/2010/main" val="23312499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99C95-6FD2-A444-2447-300FF62E2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6E2762-D9B7-2756-F14E-3587CC2DF1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1E8477-65F9-B547-259B-4F5A8DF4114C}"/>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8C263C0B-0861-40CB-DCAC-C4AFEADA5884}"/>
              </a:ext>
            </a:extLst>
          </p:cNvPr>
          <p:cNvSpPr>
            <a:spLocks noGrp="1"/>
          </p:cNvSpPr>
          <p:nvPr>
            <p:ph type="sldNum" sz="quarter" idx="5"/>
          </p:nvPr>
        </p:nvSpPr>
        <p:spPr/>
        <p:txBody>
          <a:bodyPr/>
          <a:lstStyle/>
          <a:p>
            <a:fld id="{D58F3C89-9E49-4851-A18A-DAECD34FD650}" type="slidenum">
              <a:rPr lang="en-US" smtClean="0"/>
              <a:t>6</a:t>
            </a:fld>
            <a:endParaRPr lang="en-US" dirty="0"/>
          </a:p>
        </p:txBody>
      </p:sp>
    </p:spTree>
    <p:extLst>
      <p:ext uri="{BB962C8B-B14F-4D97-AF65-F5344CB8AC3E}">
        <p14:creationId xmlns:p14="http://schemas.microsoft.com/office/powerpoint/2010/main" val="4242423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Master" Target="../slideMasters/slideMaster3.xml"/><Relationship Id="rId5" Type="http://schemas.openxmlformats.org/officeDocument/2006/relationships/image" Target="../media/image8.jpeg"/><Relationship Id="rId4" Type="http://schemas.openxmlformats.org/officeDocument/2006/relationships/image" Target="../media/image7.jpe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Master" Target="../slideMasters/slideMaster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C39C-DC65-4492-BA0F-228C4ACE05C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C80CE8-CE29-4C52-83A3-0F1AB65CFF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CADD597-DFC3-4451-B889-5B9961C3F96C}"/>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9BCC4DF5-2F64-41AB-89EE-6671A09498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A1C5892-D7B8-4309-925E-34561EAD5221}"/>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4069361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7CFD7-3841-4944-B0B2-0BEFF551AB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0551A9-C23C-4A6A-BD52-02DA3E4CA8B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A4174-CE06-4C9F-8937-3097630E5812}"/>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0D58504E-07B9-4B90-A338-2E209E5620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F3151F-025F-4B54-9846-DC045778149B}"/>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1513561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EDB5D-1884-4931-AD5C-8286446874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63828DA-2B9F-45F7-96FA-FA1B457F08A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98C3791-4AB3-4BA9-8B11-A681E4B8CB7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0D0548F-CCD5-4CD0-8414-9EE06931C11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71F200A-DD41-43C0-9531-6530444FE506}"/>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21835244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BBA0C-C836-4FE3-A76B-823B5E263F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838E90-95BF-413A-ACB3-E627888665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5C58FB-2025-45F8-814A-0FE3E25D9B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67FB8D-DF08-4183-A408-5F9C5DED2CB9}"/>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2228B7D-42CC-4073-B52E-A0708BC95EB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7C0293A-31C7-4BB8-858B-BC7E8CA99B72}"/>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5360608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688338-F05D-4401-BE9B-302FF1F44FD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FCCB93D-683F-49CD-A28E-308558E462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7A2B97-820C-4A03-8FB3-65593B3E0F1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C3AD08A-F722-4D1C-BBDF-3E6B4FF01C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BE07ACB-6036-4D31-A055-72AD1A87CD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87371B4-F69B-42C0-B417-5C3E0B124069}"/>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2B07AFCA-0DBA-4D35-995A-715775043853}"/>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1EF02B3-96E8-48E5-8CBE-D260825F738E}"/>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7176619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05553-23F0-4D1E-9EB1-269D32078C2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5FC855-A1F2-4D39-A6BC-0F718562C45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693AA49A-DCA7-4A25-BF44-7E8197F3788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2758C77-7D31-4A9C-98AB-8A0A710FE6F3}"/>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3190194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B64CED0-4302-42D5-B30C-2F294953F1DF}"/>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8E15984E-C069-45AC-B03A-068D32B7C9A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A1B983B5-3E32-4F26-A52F-8B449FB597BC}"/>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3229497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067C4A-DE31-4A18-974F-E5981B7E2E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3EC8206-AB68-42FA-B0DD-91763F28AE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4783BDE-D6F6-42E0-A0B4-8E03B1CFC9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D4E71B-C432-4974-B40F-A74DB351B0E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3F5CABF3-52C7-451C-B8F0-3C99AF725DC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02D0DF7-ED93-4A1D-9554-A761E46D3529}"/>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3296327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91C7-CA6A-40DD-9B17-9723127B3BA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A35FDC3-29FB-4C05-9AF6-94ABD87954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41E7DD67-2A7E-4018-9BD6-34CFD7D138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ADDBD55-C7A3-461E-9F09-EA7C0EF020C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F165468E-AE8A-47C4-86A2-C3B9A4755AE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E9423EB0-6D1A-4341-AA9C-A8985EAAEFB9}"/>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18859507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78B6E-47D9-4980-B558-25BE49076F7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0CB2870-7FCB-44FF-B545-FFAE06664ED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94BEA-20E4-4D21-AB16-E7EBB7DB220F}"/>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5DDC7959-D7E6-4622-A4A2-D2EF00A781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3782962-D43A-4190-8CF9-38B265815001}"/>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3042734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6FB7AA-80C3-4C5E-B935-CEEFC32FB7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044035C-A35A-4709-B19E-F2B77441B34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A41E93-3090-4677-8E4D-E64C62B20CF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847A7894-28E1-46DD-A758-3B22A27BD2E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644BC68-CF5A-422F-A371-551FDD3DF51A}"/>
              </a:ext>
            </a:extLst>
          </p:cNvPr>
          <p:cNvSpPr>
            <a:spLocks noGrp="1"/>
          </p:cNvSpPr>
          <p:nvPr>
            <p:ph type="sldNum" sz="quarter" idx="12"/>
          </p:nvPr>
        </p:nvSpPr>
        <p:spPr/>
        <p:txBody>
          <a:bodyPr/>
          <a:lstStyle/>
          <a:p>
            <a:fld id="{DD227B7D-D5B6-4021-8B10-31A8CB86A2D5}" type="slidenum">
              <a:rPr lang="en-US" smtClean="0"/>
              <a:t>‹#›</a:t>
            </a:fld>
            <a:endParaRPr lang="en-US" dirty="0"/>
          </a:p>
        </p:txBody>
      </p:sp>
    </p:spTree>
    <p:extLst>
      <p:ext uri="{BB962C8B-B14F-4D97-AF65-F5344CB8AC3E}">
        <p14:creationId xmlns:p14="http://schemas.microsoft.com/office/powerpoint/2010/main" val="42302412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Yellow CMS">
    <p:spTree>
      <p:nvGrpSpPr>
        <p:cNvPr id="1" name=""/>
        <p:cNvGrpSpPr/>
        <p:nvPr/>
      </p:nvGrpSpPr>
      <p:grpSpPr>
        <a:xfrm>
          <a:off x="0" y="0"/>
          <a:ext cx="0" cy="0"/>
          <a:chOff x="0" y="0"/>
          <a:chExt cx="0" cy="0"/>
        </a:xfrm>
      </p:grpSpPr>
      <p:sp>
        <p:nvSpPr>
          <p:cNvPr id="7" name="Title 1"/>
          <p:cNvSpPr txBox="1">
            <a:spLocks/>
          </p:cNvSpPr>
          <p:nvPr userDrawn="1"/>
        </p:nvSpPr>
        <p:spPr>
          <a:xfrm>
            <a:off x="0" y="-32368"/>
            <a:ext cx="12192000" cy="1417638"/>
          </a:xfrm>
          <a:prstGeom prst="rect">
            <a:avLst/>
          </a:prstGeom>
          <a:solidFill>
            <a:srgbClr val="084A9C"/>
          </a:solidFill>
          <a:effectLst>
            <a:outerShdw dist="76200" dir="5640000" algn="tl" rotWithShape="0">
              <a:srgbClr val="FFD004"/>
            </a:outerShdw>
          </a:effectLst>
        </p:spPr>
        <p:txBody>
          <a:bodyPr vert="horz" lIns="91440" tIns="45720" rIns="91440" bIns="45720" rtlCol="0" anchor="ctr">
            <a:normAutofit/>
          </a:bodyPr>
          <a:lstStyle>
            <a:lvl1pPr>
              <a:defRPr sz="4000">
                <a:solidFill>
                  <a:schemeClr val="bg1"/>
                </a:solidFill>
              </a:defRPr>
            </a:lvl1pPr>
          </a:lstStyle>
          <a:p>
            <a:pPr marL="0" marR="0" lvl="0" indent="0" algn="ctr" defTabSz="914377"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bg1"/>
              </a:solidFill>
              <a:effectLst/>
              <a:uLnTx/>
              <a:uFillTx/>
              <a:latin typeface="+mj-lt"/>
              <a:ea typeface="+mj-ea"/>
              <a:cs typeface="+mj-cs"/>
            </a:endParaRPr>
          </a:p>
        </p:txBody>
      </p:sp>
      <p:sp>
        <p:nvSpPr>
          <p:cNvPr id="8" name="Content Placeholder 6"/>
          <p:cNvSpPr>
            <a:spLocks noGrp="1"/>
          </p:cNvSpPr>
          <p:nvPr>
            <p:ph idx="1"/>
          </p:nvPr>
        </p:nvSpPr>
        <p:spPr>
          <a:xfrm>
            <a:off x="609600" y="1938528"/>
            <a:ext cx="10717768" cy="4351338"/>
          </a:xfrm>
          <a:prstGeom prst="rect">
            <a:avLst/>
          </a:prstGeom>
        </p:spPr>
        <p:txBody>
          <a:bodyPr/>
          <a:lstStyle>
            <a:lvl1pPr marL="457200">
              <a:lnSpc>
                <a:spcPct val="100000"/>
              </a:lnSpc>
              <a:spcBef>
                <a:spcPts val="600"/>
              </a:spcBef>
              <a:spcAft>
                <a:spcPts val="1200"/>
              </a:spcAft>
              <a:defRPr>
                <a:latin typeface="+mn-lt"/>
                <a:cs typeface="Arial" panose="020B0604020202020204" pitchFamily="34" charset="0"/>
              </a:defRPr>
            </a:lvl1pPr>
          </a:lstStyle>
          <a:p>
            <a:endParaRPr lang="en-US"/>
          </a:p>
        </p:txBody>
      </p:sp>
      <p:sp>
        <p:nvSpPr>
          <p:cNvPr id="6" name="Title 21"/>
          <p:cNvSpPr>
            <a:spLocks noGrp="1"/>
          </p:cNvSpPr>
          <p:nvPr>
            <p:ph type="title" hasCustomPrompt="1"/>
          </p:nvPr>
        </p:nvSpPr>
        <p:spPr>
          <a:xfrm>
            <a:off x="0" y="-26504"/>
            <a:ext cx="12192000" cy="1411774"/>
          </a:xfrm>
          <a:prstGeom prst="rect">
            <a:avLst/>
          </a:prstGeom>
        </p:spPr>
        <p:txBody>
          <a:bodyPr anchor="ctr"/>
          <a:lstStyle>
            <a:lvl1pPr algn="ctr">
              <a:defRPr sz="4400" b="1" baseline="0">
                <a:solidFill>
                  <a:schemeClr val="bg1"/>
                </a:solidFill>
                <a:latin typeface="Arial" panose="020B0604020202020204" pitchFamily="34" charset="0"/>
                <a:cs typeface="Arial" panose="020B0604020202020204" pitchFamily="34" charset="0"/>
              </a:defRPr>
            </a:lvl1pPr>
          </a:lstStyle>
          <a:p>
            <a:r>
              <a:rPr lang="en-US"/>
              <a:t>Click to Enter Title</a:t>
            </a:r>
          </a:p>
        </p:txBody>
      </p:sp>
      <p:sp>
        <p:nvSpPr>
          <p:cNvPr id="9" name="Slide Number Placeholder 1"/>
          <p:cNvSpPr>
            <a:spLocks noGrp="1"/>
          </p:cNvSpPr>
          <p:nvPr>
            <p:ph type="sldNum" sz="quarter" idx="4"/>
          </p:nvPr>
        </p:nvSpPr>
        <p:spPr>
          <a:xfrm>
            <a:off x="11327368" y="6289867"/>
            <a:ext cx="864632" cy="553258"/>
          </a:xfrm>
          <a:prstGeom prst="rect">
            <a:avLst/>
          </a:prstGeom>
        </p:spPr>
        <p:txBody>
          <a:bodyPr vert="horz" lIns="91440" tIns="45720" rIns="91440" bIns="45720" rtlCol="0" anchor="ctr"/>
          <a:lstStyle>
            <a:lvl1pPr algn="ctr">
              <a:defRPr sz="1200">
                <a:solidFill>
                  <a:schemeClr val="tx1">
                    <a:tint val="75000"/>
                  </a:schemeClr>
                </a:solidFill>
              </a:defRPr>
            </a:lvl1pPr>
          </a:lstStyle>
          <a:p>
            <a:fld id="{482F58C7-6D69-404D-ADF6-D31C948EB362}" type="slidenum">
              <a:rPr lang="en-US" smtClean="0"/>
              <a:pPr/>
              <a:t>‹#›</a:t>
            </a:fld>
            <a:endParaRPr lang="en-US" dirty="0"/>
          </a:p>
        </p:txBody>
      </p:sp>
    </p:spTree>
    <p:extLst>
      <p:ext uri="{BB962C8B-B14F-4D97-AF65-F5344CB8AC3E}">
        <p14:creationId xmlns:p14="http://schemas.microsoft.com/office/powerpoint/2010/main" val="27373326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Yellow CMS">
    <p:spTree>
      <p:nvGrpSpPr>
        <p:cNvPr id="1" name=""/>
        <p:cNvGrpSpPr/>
        <p:nvPr/>
      </p:nvGrpSpPr>
      <p:grpSpPr>
        <a:xfrm>
          <a:off x="0" y="0"/>
          <a:ext cx="0" cy="0"/>
          <a:chOff x="0" y="0"/>
          <a:chExt cx="0" cy="0"/>
        </a:xfrm>
      </p:grpSpPr>
      <p:sp>
        <p:nvSpPr>
          <p:cNvPr id="7" name="Title 1"/>
          <p:cNvSpPr txBox="1">
            <a:spLocks/>
          </p:cNvSpPr>
          <p:nvPr userDrawn="1"/>
        </p:nvSpPr>
        <p:spPr>
          <a:xfrm>
            <a:off x="0" y="-32368"/>
            <a:ext cx="12192000" cy="1417638"/>
          </a:xfrm>
          <a:prstGeom prst="rect">
            <a:avLst/>
          </a:prstGeom>
          <a:solidFill>
            <a:srgbClr val="084A9C"/>
          </a:solidFill>
          <a:effectLst>
            <a:outerShdw dist="76200" dir="5640000" algn="tl" rotWithShape="0">
              <a:srgbClr val="FFD004"/>
            </a:outerShdw>
          </a:effectLst>
        </p:spPr>
        <p:txBody>
          <a:bodyPr vert="horz" lIns="91440" tIns="45720" rIns="91440" bIns="45720" rtlCol="0" anchor="ctr">
            <a:normAutofit/>
          </a:bodyPr>
          <a:lstStyle>
            <a:lvl1pPr>
              <a:defRPr sz="4000">
                <a:solidFill>
                  <a:schemeClr val="bg1"/>
                </a:solidFill>
              </a:defRPr>
            </a:lvl1pPr>
          </a:lstStyle>
          <a:p>
            <a:pPr marL="0" marR="0" lvl="0" indent="0" algn="ctr" defTabSz="914377"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bg1"/>
              </a:solidFill>
              <a:effectLst/>
              <a:uLnTx/>
              <a:uFillTx/>
              <a:latin typeface="+mj-lt"/>
              <a:ea typeface="+mj-ea"/>
              <a:cs typeface="+mj-cs"/>
            </a:endParaRPr>
          </a:p>
        </p:txBody>
      </p:sp>
      <p:sp>
        <p:nvSpPr>
          <p:cNvPr id="8" name="Content Placeholder 6"/>
          <p:cNvSpPr>
            <a:spLocks noGrp="1"/>
          </p:cNvSpPr>
          <p:nvPr>
            <p:ph idx="1"/>
          </p:nvPr>
        </p:nvSpPr>
        <p:spPr>
          <a:xfrm>
            <a:off x="609600" y="1938528"/>
            <a:ext cx="10717768" cy="4351338"/>
          </a:xfrm>
          <a:prstGeom prst="rect">
            <a:avLst/>
          </a:prstGeom>
        </p:spPr>
        <p:txBody>
          <a:bodyPr/>
          <a:lstStyle>
            <a:lvl1pPr marL="457200">
              <a:lnSpc>
                <a:spcPct val="100000"/>
              </a:lnSpc>
              <a:spcBef>
                <a:spcPts val="600"/>
              </a:spcBef>
              <a:spcAft>
                <a:spcPts val="1200"/>
              </a:spcAft>
              <a:defRPr>
                <a:latin typeface="+mn-lt"/>
                <a:cs typeface="Arial" panose="020B0604020202020204" pitchFamily="34" charset="0"/>
              </a:defRPr>
            </a:lvl1pPr>
          </a:lstStyle>
          <a:p>
            <a:endParaRPr lang="en-US"/>
          </a:p>
        </p:txBody>
      </p:sp>
      <p:sp>
        <p:nvSpPr>
          <p:cNvPr id="6" name="Title 21"/>
          <p:cNvSpPr>
            <a:spLocks noGrp="1"/>
          </p:cNvSpPr>
          <p:nvPr>
            <p:ph type="title" hasCustomPrompt="1"/>
          </p:nvPr>
        </p:nvSpPr>
        <p:spPr>
          <a:xfrm>
            <a:off x="0" y="-26504"/>
            <a:ext cx="12192000" cy="1411774"/>
          </a:xfrm>
          <a:prstGeom prst="rect">
            <a:avLst/>
          </a:prstGeom>
        </p:spPr>
        <p:txBody>
          <a:bodyPr anchor="ctr"/>
          <a:lstStyle>
            <a:lvl1pPr algn="ctr">
              <a:defRPr sz="4400" b="1" baseline="0">
                <a:solidFill>
                  <a:schemeClr val="bg1"/>
                </a:solidFill>
                <a:latin typeface="Arial" panose="020B0604020202020204" pitchFamily="34" charset="0"/>
                <a:cs typeface="Arial" panose="020B0604020202020204" pitchFamily="34" charset="0"/>
              </a:defRPr>
            </a:lvl1pPr>
          </a:lstStyle>
          <a:p>
            <a:r>
              <a:rPr lang="en-US"/>
              <a:t>Click to Enter Title</a:t>
            </a:r>
          </a:p>
        </p:txBody>
      </p:sp>
      <p:sp>
        <p:nvSpPr>
          <p:cNvPr id="9" name="Slide Number Placeholder 1"/>
          <p:cNvSpPr>
            <a:spLocks noGrp="1"/>
          </p:cNvSpPr>
          <p:nvPr>
            <p:ph type="sldNum" sz="quarter" idx="4"/>
          </p:nvPr>
        </p:nvSpPr>
        <p:spPr>
          <a:xfrm>
            <a:off x="11327368" y="6478000"/>
            <a:ext cx="86463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482F58C7-6D69-404D-ADF6-D31C948EB362}" type="slidenum">
              <a:rPr lang="en-US" smtClean="0"/>
              <a:pPr/>
              <a:t>‹#›</a:t>
            </a:fld>
            <a:endParaRPr lang="en-US" dirty="0"/>
          </a:p>
        </p:txBody>
      </p:sp>
    </p:spTree>
    <p:extLst>
      <p:ext uri="{BB962C8B-B14F-4D97-AF65-F5344CB8AC3E}">
        <p14:creationId xmlns:p14="http://schemas.microsoft.com/office/powerpoint/2010/main" val="12223274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MS title1">
    <p:spTree>
      <p:nvGrpSpPr>
        <p:cNvPr id="1" name=""/>
        <p:cNvGrpSpPr/>
        <p:nvPr/>
      </p:nvGrpSpPr>
      <p:grpSpPr>
        <a:xfrm>
          <a:off x="0" y="0"/>
          <a:ext cx="0" cy="0"/>
          <a:chOff x="0" y="0"/>
          <a:chExt cx="0" cy="0"/>
        </a:xfrm>
      </p:grpSpPr>
      <p:sp>
        <p:nvSpPr>
          <p:cNvPr id="13" name="TextBox 12"/>
          <p:cNvSpPr txBox="1"/>
          <p:nvPr/>
        </p:nvSpPr>
        <p:spPr>
          <a:xfrm>
            <a:off x="-2224195" y="4928188"/>
            <a:ext cx="184731" cy="369332"/>
          </a:xfrm>
          <a:prstGeom prst="rect">
            <a:avLst/>
          </a:prstGeom>
          <a:noFill/>
        </p:spPr>
        <p:txBody>
          <a:bodyPr wrap="none" rtlCol="0">
            <a:spAutoFit/>
          </a:bodyPr>
          <a:lstStyle/>
          <a:p>
            <a:endParaRPr lang="en-US" sz="1800" dirty="0"/>
          </a:p>
        </p:txBody>
      </p:sp>
      <p:sp>
        <p:nvSpPr>
          <p:cNvPr id="8" name="Text Placeholder 2"/>
          <p:cNvSpPr>
            <a:spLocks noGrp="1"/>
          </p:cNvSpPr>
          <p:nvPr>
            <p:ph type="body" sz="quarter" idx="10" hasCustomPrompt="1"/>
          </p:nvPr>
        </p:nvSpPr>
        <p:spPr>
          <a:xfrm>
            <a:off x="7924800" y="3048000"/>
            <a:ext cx="3962400" cy="914400"/>
          </a:xfrm>
          <a:prstGeom prst="rect">
            <a:avLst/>
          </a:prstGeom>
        </p:spPr>
        <p:txBody>
          <a:bodyPr>
            <a:normAutofit/>
          </a:bodyPr>
          <a:lstStyle>
            <a:lvl1pPr marL="0" indent="0" algn="l">
              <a:buNone/>
              <a:defRPr sz="2400" b="1" i="1">
                <a:solidFill>
                  <a:srgbClr val="084A9C"/>
                </a:solidFill>
              </a:defRPr>
            </a:lvl1pPr>
          </a:lstStyle>
          <a:p>
            <a:pPr algn="l"/>
            <a:r>
              <a:rPr lang="en-US" sz="2400" b="1" i="1">
                <a:solidFill>
                  <a:srgbClr val="084A9C"/>
                </a:solidFill>
              </a:rPr>
              <a:t>Subtitle</a:t>
            </a:r>
          </a:p>
          <a:p>
            <a:pPr algn="l"/>
            <a:endParaRPr lang="en-US" sz="2800" b="0" i="1">
              <a:solidFill>
                <a:srgbClr val="084A9C"/>
              </a:solidFill>
            </a:endParaRPr>
          </a:p>
        </p:txBody>
      </p:sp>
      <p:sp>
        <p:nvSpPr>
          <p:cNvPr id="9" name="Text Placeholder 2"/>
          <p:cNvSpPr>
            <a:spLocks noGrp="1"/>
          </p:cNvSpPr>
          <p:nvPr>
            <p:ph type="body" sz="quarter" idx="11" hasCustomPrompt="1"/>
          </p:nvPr>
        </p:nvSpPr>
        <p:spPr>
          <a:xfrm>
            <a:off x="7924800" y="4267200"/>
            <a:ext cx="3962400" cy="838200"/>
          </a:xfrm>
          <a:prstGeom prst="rect">
            <a:avLst/>
          </a:prstGeom>
        </p:spPr>
        <p:txBody>
          <a:bodyPr>
            <a:normAutofit/>
          </a:bodyPr>
          <a:lstStyle>
            <a:lvl1pPr marL="0" indent="0" algn="l">
              <a:buNone/>
              <a:defRPr sz="2400" b="1" i="1">
                <a:solidFill>
                  <a:srgbClr val="084A9C"/>
                </a:solidFill>
              </a:defRPr>
            </a:lvl1pPr>
          </a:lstStyle>
          <a:p>
            <a:pPr algn="l"/>
            <a:r>
              <a:rPr lang="en-US" sz="2400" b="0" i="1">
                <a:solidFill>
                  <a:srgbClr val="084A9C"/>
                </a:solidFill>
              </a:rPr>
              <a:t>Presenter/Date</a:t>
            </a:r>
            <a:endParaRPr lang="en-US" sz="2800" b="0" i="1">
              <a:solidFill>
                <a:srgbClr val="084A9C"/>
              </a:solidFill>
            </a:endParaRPr>
          </a:p>
        </p:txBody>
      </p:sp>
      <p:sp>
        <p:nvSpPr>
          <p:cNvPr id="14" name="TextBox 13"/>
          <p:cNvSpPr txBox="1"/>
          <p:nvPr/>
        </p:nvSpPr>
        <p:spPr>
          <a:xfrm>
            <a:off x="-2224195" y="4928188"/>
            <a:ext cx="184731" cy="369332"/>
          </a:xfrm>
          <a:prstGeom prst="rect">
            <a:avLst/>
          </a:prstGeom>
          <a:noFill/>
        </p:spPr>
        <p:txBody>
          <a:bodyPr wrap="none" rtlCol="0">
            <a:spAutoFit/>
          </a:bodyPr>
          <a:lstStyle/>
          <a:p>
            <a:endParaRPr lang="en-US" sz="1800" dirty="0"/>
          </a:p>
        </p:txBody>
      </p:sp>
      <p:sp>
        <p:nvSpPr>
          <p:cNvPr id="6" name="Title Placeholder 1"/>
          <p:cNvSpPr>
            <a:spLocks noGrp="1"/>
          </p:cNvSpPr>
          <p:nvPr>
            <p:ph type="title"/>
          </p:nvPr>
        </p:nvSpPr>
        <p:spPr>
          <a:xfrm>
            <a:off x="1" y="621594"/>
            <a:ext cx="12191999" cy="1325563"/>
          </a:xfrm>
          <a:prstGeom prst="rect">
            <a:avLst/>
          </a:prstGeom>
          <a:solidFill>
            <a:srgbClr val="002060"/>
          </a:solidFill>
        </p:spPr>
        <p:txBody>
          <a:bodyPr vert="horz" lIns="91440" tIns="45720" rIns="91440" bIns="45720" rtlCol="0" anchor="ctr">
            <a:normAutofit/>
          </a:bodyPr>
          <a:lstStyle/>
          <a:p>
            <a:r>
              <a:rPr lang="en-US"/>
              <a:t>Click to edit Master title style</a:t>
            </a:r>
          </a:p>
        </p:txBody>
      </p:sp>
    </p:spTree>
    <p:extLst>
      <p:ext uri="{BB962C8B-B14F-4D97-AF65-F5344CB8AC3E}">
        <p14:creationId xmlns:p14="http://schemas.microsoft.com/office/powerpoint/2010/main" val="6748601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0636" y="2150918"/>
            <a:ext cx="4171389" cy="1070264"/>
          </a:xfrm>
        </p:spPr>
        <p:txBody>
          <a:bodyPr anchor="b"/>
          <a:lstStyle>
            <a:lvl1pPr>
              <a:defRPr sz="2400"/>
            </a:lvl1pPr>
          </a:lstStyle>
          <a:p>
            <a:r>
              <a:rPr lang="en-US"/>
              <a:t>Click to edit Master title style</a:t>
            </a:r>
          </a:p>
        </p:txBody>
      </p:sp>
      <p:sp>
        <p:nvSpPr>
          <p:cNvPr id="4" name="Text Placeholder 3"/>
          <p:cNvSpPr>
            <a:spLocks noGrp="1"/>
          </p:cNvSpPr>
          <p:nvPr>
            <p:ph type="body" sz="half" idx="2"/>
          </p:nvPr>
        </p:nvSpPr>
        <p:spPr>
          <a:xfrm>
            <a:off x="600636" y="3221184"/>
            <a:ext cx="4171389" cy="2647805"/>
          </a:xfrm>
          <a:prstGeom prst="rect">
            <a:avLst/>
          </a:prstGeo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3" name="Picture Placeholder 2"/>
          <p:cNvSpPr>
            <a:spLocks noGrp="1"/>
          </p:cNvSpPr>
          <p:nvPr>
            <p:ph type="pic" idx="1"/>
          </p:nvPr>
        </p:nvSpPr>
        <p:spPr>
          <a:xfrm>
            <a:off x="5183188" y="2150918"/>
            <a:ext cx="6408176" cy="3710132"/>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dirty="0"/>
          </a:p>
        </p:txBody>
      </p:sp>
      <p:sp>
        <p:nvSpPr>
          <p:cNvPr id="7" name="Slide Number Placeholder 6"/>
          <p:cNvSpPr>
            <a:spLocks noGrp="1"/>
          </p:cNvSpPr>
          <p:nvPr>
            <p:ph type="sldNum" sz="quarter" idx="12"/>
          </p:nvPr>
        </p:nvSpPr>
        <p:spPr>
          <a:xfrm>
            <a:off x="8870577" y="6356352"/>
            <a:ext cx="2743200" cy="365125"/>
          </a:xfrm>
          <a:prstGeom prst="rect">
            <a:avLst/>
          </a:prstGeom>
        </p:spPr>
        <p:txBody>
          <a:bodyPr/>
          <a:lstStyle/>
          <a:p>
            <a:fld id="{41F58498-9F95-0A49-B295-CD5A6F81E8D2}" type="slidenum">
              <a:rPr lang="en-US" smtClean="0"/>
              <a:t>‹#›</a:t>
            </a:fld>
            <a:endParaRPr lang="en-US" dirty="0"/>
          </a:p>
        </p:txBody>
      </p:sp>
    </p:spTree>
    <p:extLst>
      <p:ext uri="{BB962C8B-B14F-4D97-AF65-F5344CB8AC3E}">
        <p14:creationId xmlns:p14="http://schemas.microsoft.com/office/powerpoint/2010/main" val="2555358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Questions Slide_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97F942C-0941-4F4D-81F0-17063BE3E395}"/>
              </a:ext>
              <a:ext uri="{C183D7F6-B498-43B3-948B-1728B52AA6E4}">
                <adec:decorative xmlns:adec="http://schemas.microsoft.com/office/drawing/2017/decorative" val="1"/>
              </a:ext>
            </a:extLst>
          </p:cNvPr>
          <p:cNvSpPr/>
          <p:nvPr userDrawn="1"/>
        </p:nvSpPr>
        <p:spPr>
          <a:xfrm>
            <a:off x="0" y="1131494"/>
            <a:ext cx="12192000" cy="966145"/>
          </a:xfrm>
          <a:prstGeom prst="rect">
            <a:avLst/>
          </a:prstGeom>
          <a:solidFill>
            <a:srgbClr val="145FA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8" name="Title 4">
            <a:extLst>
              <a:ext uri="{FF2B5EF4-FFF2-40B4-BE49-F238E27FC236}">
                <a16:creationId xmlns:a16="http://schemas.microsoft.com/office/drawing/2014/main" id="{9FBBE3A2-FAFB-FD4F-B180-F9A3C9792D59}"/>
              </a:ext>
            </a:extLst>
          </p:cNvPr>
          <p:cNvSpPr>
            <a:spLocks noGrp="1"/>
          </p:cNvSpPr>
          <p:nvPr>
            <p:ph type="title" hasCustomPrompt="1"/>
          </p:nvPr>
        </p:nvSpPr>
        <p:spPr>
          <a:xfrm>
            <a:off x="682674" y="1304487"/>
            <a:ext cx="11013141" cy="630330"/>
          </a:xfrm>
        </p:spPr>
        <p:txBody>
          <a:bodyPr anchor="ctr">
            <a:noAutofit/>
          </a:bodyPr>
          <a:lstStyle>
            <a:lvl1pPr algn="r">
              <a:defRPr sz="3000" b="1" i="0">
                <a:solidFill>
                  <a:schemeClr val="bg1"/>
                </a:solidFill>
                <a:latin typeface="Arial Narrow" panose="020B0604020202020204" pitchFamily="34" charset="0"/>
                <a:cs typeface="Arial Narrow" panose="020B0604020202020204" pitchFamily="34" charset="0"/>
              </a:defRPr>
            </a:lvl1pPr>
          </a:lstStyle>
          <a:p>
            <a:pPr lvl="0"/>
            <a:r>
              <a:rPr lang="en-US"/>
              <a:t>INSERT PRESENTATION TITLE HERE</a:t>
            </a:r>
          </a:p>
        </p:txBody>
      </p:sp>
      <p:sp>
        <p:nvSpPr>
          <p:cNvPr id="13" name="Text Placeholder 5">
            <a:extLst>
              <a:ext uri="{FF2B5EF4-FFF2-40B4-BE49-F238E27FC236}">
                <a16:creationId xmlns:a16="http://schemas.microsoft.com/office/drawing/2014/main" id="{912AD585-3662-4A4C-AD7E-3FB40ECABE61}"/>
              </a:ext>
            </a:extLst>
          </p:cNvPr>
          <p:cNvSpPr>
            <a:spLocks noGrp="1"/>
          </p:cNvSpPr>
          <p:nvPr>
            <p:ph type="body" sz="quarter" idx="15"/>
          </p:nvPr>
        </p:nvSpPr>
        <p:spPr>
          <a:xfrm>
            <a:off x="6485403" y="3412594"/>
            <a:ext cx="5346700" cy="889000"/>
          </a:xfrm>
          <a:prstGeom prst="rect">
            <a:avLst/>
          </a:prstGeom>
        </p:spPr>
        <p:txBody>
          <a:bodyPr>
            <a:noAutofit/>
          </a:bodyPr>
          <a:lstStyle>
            <a:lvl1pPr marL="0" indent="0" algn="ctr">
              <a:buNone/>
              <a:defRPr sz="3600" b="1" i="0">
                <a:solidFill>
                  <a:srgbClr val="145FA4"/>
                </a:solidFill>
                <a:latin typeface="Arial" panose="020B0604020202020204" pitchFamily="34" charset="0"/>
                <a:ea typeface="Roboto" panose="02000000000000000000" pitchFamily="2" charset="0"/>
                <a:cs typeface="Arial" panose="020B0604020202020204" pitchFamily="34" charset="0"/>
              </a:defRPr>
            </a:lvl1pPr>
          </a:lstStyle>
          <a:p>
            <a:pPr lvl="0"/>
            <a:r>
              <a:rPr lang="en-US"/>
              <a:t>Click to edit Master text styles</a:t>
            </a:r>
          </a:p>
        </p:txBody>
      </p:sp>
      <p:sp>
        <p:nvSpPr>
          <p:cNvPr id="12" name="Text Placeholder 2">
            <a:extLst>
              <a:ext uri="{FF2B5EF4-FFF2-40B4-BE49-F238E27FC236}">
                <a16:creationId xmlns:a16="http://schemas.microsoft.com/office/drawing/2014/main" id="{DB2933F8-2291-7C45-8C90-D03B37214B96}"/>
              </a:ext>
            </a:extLst>
          </p:cNvPr>
          <p:cNvSpPr>
            <a:spLocks noGrp="1"/>
          </p:cNvSpPr>
          <p:nvPr>
            <p:ph type="body" sz="quarter" idx="14"/>
          </p:nvPr>
        </p:nvSpPr>
        <p:spPr>
          <a:xfrm>
            <a:off x="6617479" y="4902753"/>
            <a:ext cx="5084088" cy="866775"/>
          </a:xfrm>
          <a:prstGeom prst="rect">
            <a:avLst/>
          </a:prstGeom>
        </p:spPr>
        <p:txBody>
          <a:bodyPr>
            <a:normAutofit/>
          </a:bodyPr>
          <a:lstStyle>
            <a:lvl1pPr marL="0" indent="0" algn="ctr">
              <a:buNone/>
              <a:defRPr sz="1350" b="0" i="1">
                <a:solidFill>
                  <a:srgbClr val="145FA4"/>
                </a:solidFill>
                <a:latin typeface="Arial" panose="020B0604020202020204" pitchFamily="34" charset="0"/>
                <a:ea typeface="Roboto" panose="02000000000000000000" pitchFamily="2" charset="0"/>
                <a:cs typeface="Arial" panose="020B0604020202020204" pitchFamily="34" charset="0"/>
              </a:defRPr>
            </a:lvl1pPr>
            <a:lvl2pPr marL="342900" indent="0">
              <a:buNone/>
              <a:defRPr/>
            </a:lvl2pPr>
            <a:lvl3pPr marL="685800" indent="0">
              <a:buNone/>
              <a:defRPr/>
            </a:lvl3pPr>
            <a:lvl4pPr marL="1028700" indent="0">
              <a:buNone/>
              <a:defRPr/>
            </a:lvl4pPr>
            <a:lvl5pPr marL="1371600" indent="0">
              <a:buNone/>
              <a:defRPr/>
            </a:lvl5pPr>
          </a:lstStyle>
          <a:p>
            <a:pPr lvl="0"/>
            <a:r>
              <a:rPr lang="en-US"/>
              <a:t>Click to edit Master text styles</a:t>
            </a:r>
          </a:p>
        </p:txBody>
      </p:sp>
      <p:pic>
        <p:nvPicPr>
          <p:cNvPr id="7" name="Picture 6" descr="A hand holding up a piece of yellow paper with several different sized black question marks.">
            <a:extLst>
              <a:ext uri="{FF2B5EF4-FFF2-40B4-BE49-F238E27FC236}">
                <a16:creationId xmlns:a16="http://schemas.microsoft.com/office/drawing/2014/main" id="{B97906F6-C07E-D94F-A1ED-9BE3C0FEA29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3138"/>
          <a:stretch/>
        </p:blipFill>
        <p:spPr>
          <a:xfrm>
            <a:off x="2" y="2097637"/>
            <a:ext cx="6514975" cy="4760362"/>
          </a:xfrm>
          <a:prstGeom prst="rect">
            <a:avLst/>
          </a:prstGeom>
        </p:spPr>
      </p:pic>
    </p:spTree>
    <p:extLst>
      <p:ext uri="{BB962C8B-B14F-4D97-AF65-F5344CB8AC3E}">
        <p14:creationId xmlns:p14="http://schemas.microsoft.com/office/powerpoint/2010/main" val="33548969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Yellow CMS">
    <p:spTree>
      <p:nvGrpSpPr>
        <p:cNvPr id="1" name=""/>
        <p:cNvGrpSpPr/>
        <p:nvPr/>
      </p:nvGrpSpPr>
      <p:grpSpPr>
        <a:xfrm>
          <a:off x="0" y="0"/>
          <a:ext cx="0" cy="0"/>
          <a:chOff x="0" y="0"/>
          <a:chExt cx="0" cy="0"/>
        </a:xfrm>
      </p:grpSpPr>
      <p:sp>
        <p:nvSpPr>
          <p:cNvPr id="7" name="Title 1"/>
          <p:cNvSpPr txBox="1">
            <a:spLocks/>
          </p:cNvSpPr>
          <p:nvPr userDrawn="1"/>
        </p:nvSpPr>
        <p:spPr>
          <a:xfrm>
            <a:off x="0" y="-32368"/>
            <a:ext cx="12192000" cy="1417638"/>
          </a:xfrm>
          <a:prstGeom prst="rect">
            <a:avLst/>
          </a:prstGeom>
          <a:solidFill>
            <a:srgbClr val="084A9C"/>
          </a:solidFill>
          <a:effectLst>
            <a:outerShdw dist="76200" dir="5640000" algn="tl" rotWithShape="0">
              <a:srgbClr val="FFD004"/>
            </a:outerShdw>
          </a:effectLst>
        </p:spPr>
        <p:txBody>
          <a:bodyPr vert="horz" lIns="91440" tIns="45720" rIns="91440" bIns="45720" rtlCol="0" anchor="ctr">
            <a:normAutofit/>
          </a:bodyPr>
          <a:lstStyle>
            <a:lvl1pPr>
              <a:defRPr sz="4000">
                <a:solidFill>
                  <a:schemeClr val="bg1"/>
                </a:solidFill>
              </a:defRPr>
            </a:lvl1pPr>
          </a:lstStyle>
          <a:p>
            <a:pPr marL="0" marR="0" lvl="0" indent="0" algn="ctr" defTabSz="914377" rtl="0" eaLnBrk="1" fontAlgn="auto" latinLnBrk="0" hangingPunct="1">
              <a:lnSpc>
                <a:spcPct val="100000"/>
              </a:lnSpc>
              <a:spcBef>
                <a:spcPct val="0"/>
              </a:spcBef>
              <a:spcAft>
                <a:spcPts val="0"/>
              </a:spcAft>
              <a:buClrTx/>
              <a:buSzTx/>
              <a:buFontTx/>
              <a:buNone/>
              <a:tabLst/>
              <a:defRPr/>
            </a:pPr>
            <a:endParaRPr kumimoji="0" lang="en-US" sz="4000" b="0" i="0" u="none" strike="noStrike" kern="1200" cap="none" spc="0" normalizeH="0" baseline="0" noProof="0" dirty="0">
              <a:ln>
                <a:noFill/>
              </a:ln>
              <a:solidFill>
                <a:schemeClr val="bg1"/>
              </a:solidFill>
              <a:effectLst/>
              <a:uLnTx/>
              <a:uFillTx/>
              <a:latin typeface="+mj-lt"/>
              <a:ea typeface="+mj-ea"/>
              <a:cs typeface="+mj-cs"/>
            </a:endParaRPr>
          </a:p>
        </p:txBody>
      </p:sp>
      <p:sp>
        <p:nvSpPr>
          <p:cNvPr id="8" name="Content Placeholder 6"/>
          <p:cNvSpPr>
            <a:spLocks noGrp="1"/>
          </p:cNvSpPr>
          <p:nvPr>
            <p:ph idx="1"/>
          </p:nvPr>
        </p:nvSpPr>
        <p:spPr>
          <a:xfrm>
            <a:off x="6010443" y="1938528"/>
            <a:ext cx="5316925" cy="4351338"/>
          </a:xfrm>
          <a:prstGeom prst="rect">
            <a:avLst/>
          </a:prstGeom>
        </p:spPr>
        <p:txBody>
          <a:bodyPr/>
          <a:lstStyle>
            <a:lvl1pPr marL="457200">
              <a:lnSpc>
                <a:spcPct val="100000"/>
              </a:lnSpc>
              <a:spcBef>
                <a:spcPts val="600"/>
              </a:spcBef>
              <a:spcAft>
                <a:spcPts val="1200"/>
              </a:spcAft>
              <a:defRPr>
                <a:latin typeface="+mn-lt"/>
                <a:cs typeface="Arial" panose="020B0604020202020204" pitchFamily="34" charset="0"/>
              </a:defRPr>
            </a:lvl1pPr>
          </a:lstStyle>
          <a:p>
            <a:endParaRPr lang="en-US"/>
          </a:p>
        </p:txBody>
      </p:sp>
      <p:sp>
        <p:nvSpPr>
          <p:cNvPr id="6" name="Title 21"/>
          <p:cNvSpPr>
            <a:spLocks noGrp="1"/>
          </p:cNvSpPr>
          <p:nvPr>
            <p:ph type="title" hasCustomPrompt="1"/>
          </p:nvPr>
        </p:nvSpPr>
        <p:spPr>
          <a:xfrm>
            <a:off x="0" y="-26504"/>
            <a:ext cx="12192000" cy="1411774"/>
          </a:xfrm>
          <a:prstGeom prst="rect">
            <a:avLst/>
          </a:prstGeom>
        </p:spPr>
        <p:txBody>
          <a:bodyPr anchor="ctr"/>
          <a:lstStyle>
            <a:lvl1pPr algn="ctr">
              <a:defRPr sz="4400" b="1" baseline="0">
                <a:solidFill>
                  <a:schemeClr val="bg1"/>
                </a:solidFill>
                <a:latin typeface="Arial" panose="020B0604020202020204" pitchFamily="34" charset="0"/>
                <a:cs typeface="Arial" panose="020B0604020202020204" pitchFamily="34" charset="0"/>
              </a:defRPr>
            </a:lvl1pPr>
          </a:lstStyle>
          <a:p>
            <a:r>
              <a:rPr lang="en-US"/>
              <a:t>Click to Enter Title</a:t>
            </a:r>
          </a:p>
        </p:txBody>
      </p:sp>
      <p:sp>
        <p:nvSpPr>
          <p:cNvPr id="9" name="Slide Number Placeholder 1"/>
          <p:cNvSpPr>
            <a:spLocks noGrp="1"/>
          </p:cNvSpPr>
          <p:nvPr>
            <p:ph type="sldNum" sz="quarter" idx="4"/>
          </p:nvPr>
        </p:nvSpPr>
        <p:spPr>
          <a:xfrm>
            <a:off x="11327368" y="6478000"/>
            <a:ext cx="864632"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482F58C7-6D69-404D-ADF6-D31C948EB362}" type="slidenum">
              <a:rPr lang="en-US" smtClean="0"/>
              <a:pPr/>
              <a:t>‹#›</a:t>
            </a:fld>
            <a:endParaRPr lang="en-US" dirty="0"/>
          </a:p>
        </p:txBody>
      </p:sp>
      <p:pic>
        <p:nvPicPr>
          <p:cNvPr id="10" name="Picture 9" descr="Title page of a Patients over Paperwork presentation. Image displays female provider talking to a male patient with a medical record under her hand that is resting on a table." title="Agency Wide Efforts to  Reduce Burden"/>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5706" y="2579231"/>
            <a:ext cx="5101389" cy="2751091"/>
          </a:xfrm>
          <a:prstGeom prst="rect">
            <a:avLst/>
          </a:prstGeom>
        </p:spPr>
      </p:pic>
    </p:spTree>
    <p:extLst>
      <p:ext uri="{BB962C8B-B14F-4D97-AF65-F5344CB8AC3E}">
        <p14:creationId xmlns:p14="http://schemas.microsoft.com/office/powerpoint/2010/main" val="28091292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9E1AE-2D0B-4241-8DAC-76DB425687E6}"/>
              </a:ext>
            </a:extLst>
          </p:cNvPr>
          <p:cNvSpPr>
            <a:spLocks noGrp="1"/>
          </p:cNvSpPr>
          <p:nvPr>
            <p:ph type="title"/>
          </p:nvPr>
        </p:nvSpPr>
        <p:spPr>
          <a:xfrm>
            <a:off x="616449" y="365762"/>
            <a:ext cx="11236721" cy="75025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A7DC7E0-961C-4A00-8B0B-83ECF8E3C463}"/>
              </a:ext>
            </a:extLst>
          </p:cNvPr>
          <p:cNvSpPr>
            <a:spLocks noGrp="1"/>
          </p:cNvSpPr>
          <p:nvPr>
            <p:ph idx="1" hasCustomPrompt="1"/>
          </p:nvPr>
        </p:nvSpPr>
        <p:spPr>
          <a:xfrm>
            <a:off x="616449" y="1371603"/>
            <a:ext cx="11236720" cy="4794737"/>
          </a:xfrm>
        </p:spPr>
        <p:txBody>
          <a:bodyPr/>
          <a:lstStyle>
            <a:lvl1pPr marL="231202" indent="-231202" algn="l" defTabSz="912139" rtl="0" eaLnBrk="1" latinLnBrk="0" hangingPunct="1">
              <a:spcBef>
                <a:spcPts val="0"/>
              </a:spcBef>
              <a:spcAft>
                <a:spcPts val="599"/>
              </a:spcAft>
              <a:buClr>
                <a:schemeClr val="tx2"/>
              </a:buClr>
              <a:buSzPct val="120000"/>
              <a:buFont typeface="Wingdings" pitchFamily="2" charset="2"/>
              <a:buChar char="§"/>
              <a:defRPr lang="en-US" sz="1800" b="1" kern="1200" dirty="0" smtClean="0">
                <a:solidFill>
                  <a:schemeClr val="tx1"/>
                </a:solidFill>
                <a:latin typeface="Arial" panose="020B0604020202020204" pitchFamily="34" charset="0"/>
                <a:ea typeface="Tahoma" panose="020B0604030504040204" pitchFamily="34" charset="0"/>
                <a:cs typeface="Arial" panose="020B0604020202020204" pitchFamily="34" charset="0"/>
              </a:defRPr>
            </a:lvl1pPr>
            <a:lvl2pPr marL="514662" marR="0" indent="-228035" algn="l" defTabSz="912139" rtl="0" eaLnBrk="1" fontAlgn="auto" latinLnBrk="0" hangingPunct="1">
              <a:lnSpc>
                <a:spcPct val="90000"/>
              </a:lnSpc>
              <a:spcBef>
                <a:spcPts val="0"/>
              </a:spcBef>
              <a:spcAft>
                <a:spcPts val="599"/>
              </a:spcAft>
              <a:buClr>
                <a:schemeClr val="tx2"/>
              </a:buClr>
              <a:buSzTx/>
              <a:buFont typeface="Arial" pitchFamily="34" charset="0"/>
              <a:buChar char="–"/>
              <a:tabLst/>
              <a:defRPr lang="en-US" sz="180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745864" indent="-231202" algn="l" defTabSz="912139" rtl="0" eaLnBrk="1" latinLnBrk="0" hangingPunct="1">
              <a:spcBef>
                <a:spcPts val="0"/>
              </a:spcBef>
              <a:spcAft>
                <a:spcPts val="599"/>
              </a:spcAft>
              <a:buClr>
                <a:schemeClr val="tx2"/>
              </a:buClr>
              <a:buSzPct val="110000"/>
              <a:buFont typeface="Wingdings" pitchFamily="2" charset="2"/>
              <a:buChar char="§"/>
              <a:defRPr lang="en-US" sz="1800" kern="1200" smtClean="0">
                <a:solidFill>
                  <a:schemeClr val="tx1"/>
                </a:solidFill>
                <a:latin typeface="Arial" panose="020B0604020202020204" pitchFamily="34" charset="0"/>
                <a:ea typeface="Tahoma" panose="020B0604030504040204" pitchFamily="34" charset="0"/>
                <a:cs typeface="Arial" panose="020B0604020202020204" pitchFamily="34" charset="0"/>
              </a:defRPr>
            </a:lvl3pPr>
            <a:lvl4pPr marL="454286" indent="0" algn="l" defTabSz="912139" rtl="0" eaLnBrk="1" latinLnBrk="0" hangingPunct="1">
              <a:spcBef>
                <a:spcPts val="0"/>
              </a:spcBef>
              <a:spcAft>
                <a:spcPts val="599"/>
              </a:spcAft>
              <a:buClr>
                <a:schemeClr val="tx2"/>
              </a:buClr>
              <a:buNone/>
              <a:defRPr lang="en-US" sz="1800" b="0" kern="1200" smtClean="0">
                <a:solidFill>
                  <a:schemeClr val="tx1"/>
                </a:solidFill>
                <a:latin typeface="Arial" panose="020B0604020202020204" pitchFamily="34" charset="0"/>
                <a:ea typeface="Tahoma" panose="020B0604030504040204" pitchFamily="34" charset="0"/>
                <a:cs typeface="Arial" panose="020B0604020202020204" pitchFamily="34" charset="0"/>
              </a:defRPr>
            </a:lvl4pPr>
            <a:lvl5pPr algn="l" defTabSz="912139" rtl="0" eaLnBrk="1" latinLnBrk="0" hangingPunct="1">
              <a:spcBef>
                <a:spcPts val="0"/>
              </a:spcBef>
              <a:spcAft>
                <a:spcPts val="599"/>
              </a:spcAft>
              <a:buClr>
                <a:schemeClr val="tx2"/>
              </a:buClr>
              <a:defRPr lang="en-US" sz="1995" b="1" kern="1200">
                <a:solidFill>
                  <a:schemeClr val="tx1"/>
                </a:solidFill>
                <a:latin typeface="Arial" pitchFamily="34" charset="0"/>
                <a:ea typeface="Verdana" pitchFamily="34" charset="0"/>
                <a:cs typeface="Arial" pitchFamily="34" charset="0"/>
              </a:defRPr>
            </a:lvl5pPr>
          </a:lstStyle>
          <a:p>
            <a:pPr marL="231202" lvl="0" indent="-231202" defTabSz="912139">
              <a:spcBef>
                <a:spcPts val="0"/>
              </a:spcBef>
              <a:spcAft>
                <a:spcPts val="599"/>
              </a:spcAft>
              <a:buClr>
                <a:schemeClr val="tx2"/>
              </a:buClr>
              <a:buSzPct val="120000"/>
              <a:buFont typeface="Wingdings" pitchFamily="2" charset="2"/>
              <a:buChar char="§"/>
            </a:pPr>
            <a:r>
              <a:rPr lang="en-US"/>
              <a:t>Edit Master text styles</a:t>
            </a:r>
          </a:p>
          <a:p>
            <a:pPr marL="514662" lvl="1" indent="-228035" defTabSz="912139">
              <a:spcBef>
                <a:spcPts val="0"/>
              </a:spcBef>
              <a:spcAft>
                <a:spcPts val="599"/>
              </a:spcAft>
              <a:buClr>
                <a:schemeClr val="tx2"/>
              </a:buClr>
              <a:buChar char="–"/>
            </a:pPr>
            <a:r>
              <a:rPr lang="en-US"/>
              <a:t>Second level</a:t>
            </a:r>
          </a:p>
          <a:p>
            <a:pPr marL="745864" lvl="2" indent="-231202" defTabSz="912139">
              <a:spcBef>
                <a:spcPts val="0"/>
              </a:spcBef>
              <a:spcAft>
                <a:spcPts val="599"/>
              </a:spcAft>
              <a:buClr>
                <a:schemeClr val="tx2"/>
              </a:buClr>
              <a:buSzPct val="110000"/>
              <a:buFont typeface="Wingdings" pitchFamily="2" charset="2"/>
              <a:buChar char="§"/>
            </a:pPr>
            <a:r>
              <a:rPr lang="en-US"/>
              <a:t>Third level</a:t>
            </a:r>
          </a:p>
          <a:p>
            <a:pPr marL="685488" lvl="3" indent="-231202" defTabSz="912139">
              <a:spcBef>
                <a:spcPts val="0"/>
              </a:spcBef>
              <a:spcAft>
                <a:spcPts val="599"/>
              </a:spcAft>
              <a:buClr>
                <a:schemeClr val="tx2"/>
              </a:buClr>
              <a:buSzPct val="120000"/>
              <a:buFont typeface="Wingdings" pitchFamily="2" charset="2"/>
              <a:buChar char="§"/>
            </a:pPr>
            <a:endParaRPr lang="en-US"/>
          </a:p>
        </p:txBody>
      </p:sp>
      <p:sp>
        <p:nvSpPr>
          <p:cNvPr id="7" name="Slide Number Placeholder 5">
            <a:extLst>
              <a:ext uri="{FF2B5EF4-FFF2-40B4-BE49-F238E27FC236}">
                <a16:creationId xmlns:a16="http://schemas.microsoft.com/office/drawing/2014/main" id="{B53F2848-DF32-4C59-B04B-EBFD963B2F8D}"/>
              </a:ext>
            </a:extLst>
          </p:cNvPr>
          <p:cNvSpPr>
            <a:spLocks noGrp="1"/>
          </p:cNvSpPr>
          <p:nvPr>
            <p:ph type="sldNum" sz="quarter" idx="12"/>
          </p:nvPr>
        </p:nvSpPr>
        <p:spPr>
          <a:xfrm>
            <a:off x="10275063" y="55601"/>
            <a:ext cx="1765676" cy="252626"/>
          </a:xfrm>
          <a:prstGeom prst="rect">
            <a:avLst/>
          </a:prstGeom>
          <a:ln>
            <a:noFill/>
          </a:ln>
        </p:spPr>
        <p:txBody>
          <a:bodyPr/>
          <a:lstStyle>
            <a:lvl1pPr algn="r">
              <a:defRPr sz="900">
                <a:solidFill>
                  <a:schemeClr val="bg1">
                    <a:lumMod val="50000"/>
                  </a:schemeClr>
                </a:solidFill>
              </a:defRPr>
            </a:lvl1pPr>
          </a:lstStyle>
          <a:p>
            <a:r>
              <a:rPr lang="en-US" dirty="0">
                <a:latin typeface="Arial" pitchFamily="34" charset="0"/>
              </a:rPr>
              <a:t>| </a:t>
            </a:r>
            <a:fld id="{295008BC-DA31-4D19-837B-EFA4386B05F5}" type="slidenum">
              <a:rPr lang="en-US" smtClean="0">
                <a:latin typeface="Arial" pitchFamily="34" charset="0"/>
              </a:rPr>
              <a:pPr/>
              <a:t>‹#›</a:t>
            </a:fld>
            <a:r>
              <a:rPr lang="en-US" dirty="0">
                <a:latin typeface="Arial" pitchFamily="34" charset="0"/>
              </a:rPr>
              <a:t> |</a:t>
            </a:r>
            <a:r>
              <a:rPr lang="en-US" dirty="0">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3392334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cSld name="No Title and Rule">
    <p:spTree>
      <p:nvGrpSpPr>
        <p:cNvPr id="1" name=""/>
        <p:cNvGrpSpPr/>
        <p:nvPr/>
      </p:nvGrpSpPr>
      <p:grpSpPr>
        <a:xfrm>
          <a:off x="0" y="0"/>
          <a:ext cx="0" cy="0"/>
          <a:chOff x="0" y="0"/>
          <a:chExt cx="0" cy="0"/>
        </a:xfrm>
      </p:grpSpPr>
      <p:sp>
        <p:nvSpPr>
          <p:cNvPr id="2" name="Rectangle 1"/>
          <p:cNvSpPr/>
          <p:nvPr/>
        </p:nvSpPr>
        <p:spPr>
          <a:xfrm>
            <a:off x="800100" y="1162060"/>
            <a:ext cx="11049000" cy="25717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solidFill>
            </a:endParaRPr>
          </a:p>
        </p:txBody>
      </p:sp>
      <p:sp>
        <p:nvSpPr>
          <p:cNvPr id="3" name="Rectangle 2"/>
          <p:cNvSpPr/>
          <p:nvPr/>
        </p:nvSpPr>
        <p:spPr>
          <a:xfrm>
            <a:off x="480646" y="1162059"/>
            <a:ext cx="11368455" cy="209542"/>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schemeClr val="tx1"/>
              </a:solidFill>
            </a:endParaRPr>
          </a:p>
        </p:txBody>
      </p:sp>
      <p:sp>
        <p:nvSpPr>
          <p:cNvPr id="6" name="Slide Number Placeholder 5">
            <a:extLst>
              <a:ext uri="{FF2B5EF4-FFF2-40B4-BE49-F238E27FC236}">
                <a16:creationId xmlns:a16="http://schemas.microsoft.com/office/drawing/2014/main" id="{6E540930-2B08-4727-B9A2-078A4D8C527A}"/>
              </a:ext>
            </a:extLst>
          </p:cNvPr>
          <p:cNvSpPr>
            <a:spLocks noGrp="1"/>
          </p:cNvSpPr>
          <p:nvPr>
            <p:ph type="sldNum" sz="quarter" idx="12"/>
          </p:nvPr>
        </p:nvSpPr>
        <p:spPr>
          <a:xfrm>
            <a:off x="10307575" y="6468593"/>
            <a:ext cx="1765676" cy="252626"/>
          </a:xfrm>
          <a:prstGeom prst="rect">
            <a:avLst/>
          </a:prstGeom>
          <a:ln>
            <a:noFill/>
          </a:ln>
        </p:spPr>
        <p:txBody>
          <a:bodyPr/>
          <a:lstStyle>
            <a:lvl1pPr algn="r">
              <a:defRPr sz="900">
                <a:solidFill>
                  <a:schemeClr val="bg1">
                    <a:lumMod val="50000"/>
                  </a:schemeClr>
                </a:solidFill>
              </a:defRPr>
            </a:lvl1pPr>
          </a:lstStyle>
          <a:p>
            <a:r>
              <a:rPr lang="en-US" dirty="0">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5023998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EA018A-D98D-4286-A48A-CFE00DF68CC4}"/>
              </a:ext>
            </a:extLst>
          </p:cNvPr>
          <p:cNvSpPr>
            <a:spLocks noGrp="1"/>
          </p:cNvSpPr>
          <p:nvPr>
            <p:ph type="ctrTitle"/>
          </p:nvPr>
        </p:nvSpPr>
        <p:spPr>
          <a:xfrm>
            <a:off x="1524000" y="1122363"/>
            <a:ext cx="9144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6F39015E-B5F6-4D55-AB88-7916BAED6E28}"/>
              </a:ext>
            </a:extLst>
          </p:cNvPr>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A531ADE9-4780-4440-B10E-F1C779C32E91}"/>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B62FF239-B0D5-40CE-AC0F-470CED62FBE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60F42DF-F673-454E-8EAA-0752F67539BF}"/>
              </a:ext>
            </a:extLst>
          </p:cNvPr>
          <p:cNvSpPr>
            <a:spLocks noGrp="1"/>
          </p:cNvSpPr>
          <p:nvPr>
            <p:ph type="sldNum" sz="quarter" idx="12"/>
          </p:nvPr>
        </p:nvSpPr>
        <p:spPr/>
        <p:txBody>
          <a:bodyPr/>
          <a:lstStyle/>
          <a:p>
            <a:fld id="{7E6C2A62-1CEC-4F7B-8FFB-83593BE396D6}" type="slidenum">
              <a:rPr lang="en-US" smtClean="0"/>
              <a:t>‹#›</a:t>
            </a:fld>
            <a:endParaRPr lang="en-US" dirty="0"/>
          </a:p>
        </p:txBody>
      </p:sp>
    </p:spTree>
    <p:extLst>
      <p:ext uri="{BB962C8B-B14F-4D97-AF65-F5344CB8AC3E}">
        <p14:creationId xmlns:p14="http://schemas.microsoft.com/office/powerpoint/2010/main" val="1310871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29980"/>
            <a:ext cx="12192000" cy="1143000"/>
          </a:xfrm>
          <a:solidFill>
            <a:srgbClr val="0F4B9A"/>
          </a:solidFill>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p:txBody>
          <a:bodyPr/>
          <a:lstStyle>
            <a:lvl1pPr>
              <a:defRPr sz="2200">
                <a:latin typeface="+mn-lt"/>
              </a:defRPr>
            </a:lvl1pPr>
            <a:lvl2pPr>
              <a:defRPr sz="2000">
                <a:latin typeface="+mn-lt"/>
              </a:defRPr>
            </a:lvl2pPr>
            <a:lvl3pPr marL="1143000" indent="-228600">
              <a:buFont typeface="Wingdings" panose="05000000000000000000" pitchFamily="2" charset="2"/>
              <a:buChar char="§"/>
              <a:defRPr sz="1800">
                <a:latin typeface="+mn-lt"/>
              </a:defRPr>
            </a:lvl3pPr>
            <a:lvl4pPr>
              <a:defRPr sz="1600">
                <a:latin typeface="+mn-lt"/>
              </a:defRPr>
            </a:lvl4pPr>
            <a:lvl5pPr>
              <a:defRPr sz="14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CF47DEB-33E2-4F33-A148-D27E44CFA531}"/>
              </a:ext>
            </a:extLst>
          </p:cNvPr>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971247-108F-4781-8913-319514F6F075}" type="slidenum">
              <a:rPr lang="en-US" smtClean="0"/>
              <a:t>‹#›</a:t>
            </a:fld>
            <a:endParaRPr lang="en-US" dirty="0"/>
          </a:p>
        </p:txBody>
      </p:sp>
    </p:spTree>
    <p:extLst>
      <p:ext uri="{BB962C8B-B14F-4D97-AF65-F5344CB8AC3E}">
        <p14:creationId xmlns:p14="http://schemas.microsoft.com/office/powerpoint/2010/main" val="5791555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Title 1"/>
          <p:cNvSpPr>
            <a:spLocks noGrp="1"/>
          </p:cNvSpPr>
          <p:nvPr>
            <p:ph type="ctrTitle"/>
          </p:nvPr>
        </p:nvSpPr>
        <p:spPr>
          <a:xfrm>
            <a:off x="0" y="1517651"/>
            <a:ext cx="12192000" cy="1470025"/>
          </a:xfrm>
        </p:spPr>
        <p:txBody>
          <a:bodyPr/>
          <a:lstStyle/>
          <a:p>
            <a:pPr eaLnBrk="1" hangingPunct="1"/>
            <a:r>
              <a:rPr lang="en-US" sz="3600" b="1">
                <a:latin typeface="Cambria" pitchFamily="18" charset="0"/>
                <a:ea typeface="ＭＳ Ｐゴシック" pitchFamily="34" charset="-128"/>
              </a:rPr>
              <a:t>Click to edit Master title style</a:t>
            </a:r>
          </a:p>
        </p:txBody>
      </p:sp>
      <p:sp>
        <p:nvSpPr>
          <p:cNvPr id="10" name="Subtitle 2"/>
          <p:cNvSpPr>
            <a:spLocks noGrp="1"/>
          </p:cNvSpPr>
          <p:nvPr>
            <p:ph type="subTitle" idx="1"/>
          </p:nvPr>
        </p:nvSpPr>
        <p:spPr>
          <a:xfrm>
            <a:off x="3225800" y="3792539"/>
            <a:ext cx="8534400" cy="1055687"/>
          </a:xfrm>
        </p:spPr>
        <p:txBody>
          <a:bodyPr>
            <a:normAutofit fontScale="92500" lnSpcReduction="10000"/>
          </a:bodyPr>
          <a:lstStyle>
            <a:lvl1pPr marL="0" indent="0">
              <a:buNone/>
              <a:defRPr/>
            </a:lvl1pPr>
          </a:lstStyle>
          <a:p>
            <a:pPr algn="r" eaLnBrk="1" hangingPunct="1"/>
            <a:r>
              <a:rPr lang="en-US" b="1">
                <a:solidFill>
                  <a:schemeClr val="tx1"/>
                </a:solidFill>
                <a:latin typeface="Cambria" pitchFamily="18" charset="0"/>
                <a:ea typeface="ＭＳ Ｐゴシック" pitchFamily="34" charset="-128"/>
              </a:rPr>
              <a:t>Click to edit Master subtitle style</a:t>
            </a:r>
          </a:p>
        </p:txBody>
      </p:sp>
      <p:pic>
        <p:nvPicPr>
          <p:cNvPr id="11" name="Picture 6" descr="Figure of a Medical Pin and Stetoscope."/>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5100" y="3132138"/>
            <a:ext cx="2034117"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7" descr="Figure of a Prescription Pad."/>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5100" y="4362450"/>
            <a:ext cx="203411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8" descr="Figure of a Medical Pin."/>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43933" y="5619750"/>
            <a:ext cx="2065867" cy="111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8"/>
          <p:cNvSpPr>
            <a:spLocks noChangeArrowheads="1"/>
          </p:cNvSpPr>
          <p:nvPr/>
        </p:nvSpPr>
        <p:spPr bwMode="auto">
          <a:xfrm>
            <a:off x="0" y="228601"/>
            <a:ext cx="121920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US" sz="1800" b="1" dirty="0">
                <a:latin typeface="Cambria" pitchFamily="18" charset="0"/>
              </a:rPr>
              <a:t>Centers for Medicare &amp; Medicaid Services</a:t>
            </a:r>
          </a:p>
          <a:p>
            <a:pPr algn="ctr"/>
            <a:r>
              <a:rPr lang="en-US" sz="1800" b="1" dirty="0">
                <a:latin typeface="Cambria" pitchFamily="18" charset="0"/>
              </a:rPr>
              <a:t>Center</a:t>
            </a:r>
            <a:r>
              <a:rPr lang="en-US" sz="1800" b="1" baseline="0" dirty="0">
                <a:latin typeface="Cambria" pitchFamily="18" charset="0"/>
              </a:rPr>
              <a:t> for Program Integrity (CPI)</a:t>
            </a:r>
            <a:r>
              <a:rPr lang="en-US" sz="1800" b="1" dirty="0">
                <a:latin typeface="Cambria" pitchFamily="18" charset="0"/>
              </a:rPr>
              <a:t> </a:t>
            </a:r>
          </a:p>
        </p:txBody>
      </p:sp>
      <p:sp>
        <p:nvSpPr>
          <p:cNvPr id="16" name="Slide Number Placeholder 5"/>
          <p:cNvSpPr>
            <a:spLocks noGrp="1"/>
          </p:cNvSpPr>
          <p:nvPr>
            <p:ph type="sldNum" sz="quarter" idx="12"/>
          </p:nvPr>
        </p:nvSpPr>
        <p:spPr bwMode="auto">
          <a:xfrm>
            <a:off x="8737600" y="6356351"/>
            <a:ext cx="2844800"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defTabSz="4572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fld id="{3609EB6C-0740-4501-BDA4-890CF42A0B7E}" type="slidenum">
              <a:rPr lang="en-US" smtClean="0"/>
              <a:t>‹#›</a:t>
            </a:fld>
            <a:endParaRPr lang="en-US" dirty="0"/>
          </a:p>
        </p:txBody>
      </p:sp>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4800" y="152401"/>
            <a:ext cx="2540000" cy="770355"/>
          </a:xfrm>
          <a:prstGeom prst="rect">
            <a:avLst/>
          </a:prstGeom>
        </p:spPr>
      </p:pic>
    </p:spTree>
    <p:extLst>
      <p:ext uri="{BB962C8B-B14F-4D97-AF65-F5344CB8AC3E}">
        <p14:creationId xmlns:p14="http://schemas.microsoft.com/office/powerpoint/2010/main" val="18160901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1EA1E7C-71D6-4729-84AA-F013DDAF4032}" type="datetimeFigureOut">
              <a:rPr lang="en-US" smtClean="0"/>
              <a:t>6/5/2026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a:xfrm>
            <a:off x="8737600" y="6356351"/>
            <a:ext cx="2844800" cy="365125"/>
          </a:xfrm>
          <a:prstGeom prst="rect">
            <a:avLst/>
          </a:prstGeom>
        </p:spPr>
        <p:txBody>
          <a:bodyPr/>
          <a:lstStyle/>
          <a:p>
            <a:fld id="{E639C2CF-F410-4E73-B8E1-7EA771F5715A}" type="slidenum">
              <a:rPr lang="en-US" smtClean="0"/>
              <a:t>‹#›</a:t>
            </a:fld>
            <a:endParaRPr lang="en-US" dirty="0"/>
          </a:p>
        </p:txBody>
      </p:sp>
    </p:spTree>
    <p:extLst>
      <p:ext uri="{BB962C8B-B14F-4D97-AF65-F5344CB8AC3E}">
        <p14:creationId xmlns:p14="http://schemas.microsoft.com/office/powerpoint/2010/main" val="171683531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971247-108F-4781-8913-319514F6F075}" type="slidenum">
              <a:rPr lang="en-US" smtClean="0"/>
              <a:t>‹#›</a:t>
            </a:fld>
            <a:endParaRPr lang="en-US" dirty="0"/>
          </a:p>
        </p:txBody>
      </p:sp>
    </p:spTree>
    <p:extLst>
      <p:ext uri="{BB962C8B-B14F-4D97-AF65-F5344CB8AC3E}">
        <p14:creationId xmlns:p14="http://schemas.microsoft.com/office/powerpoint/2010/main" val="862299099"/>
      </p:ext>
    </p:extLst>
  </p:cSld>
  <p:clrMapOvr>
    <a:masterClrMapping/>
  </p:clrMapOvr>
  <p:hf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8737600" y="6356351"/>
            <a:ext cx="2844800" cy="365125"/>
          </a:xfrm>
          <a:prstGeom prst="rect">
            <a:avLst/>
          </a:prstGeom>
        </p:spPr>
        <p:txBody>
          <a:bodyPr/>
          <a:lstStyle/>
          <a:p>
            <a:fld id="{C5971247-108F-4781-8913-319514F6F075}" type="slidenum">
              <a:rPr lang="en-US" smtClean="0"/>
              <a:t>‹#›</a:t>
            </a:fld>
            <a:endParaRPr lang="en-US" dirty="0"/>
          </a:p>
        </p:txBody>
      </p:sp>
    </p:spTree>
    <p:extLst>
      <p:ext uri="{BB962C8B-B14F-4D97-AF65-F5344CB8AC3E}">
        <p14:creationId xmlns:p14="http://schemas.microsoft.com/office/powerpoint/2010/main" val="1427892827"/>
      </p:ext>
    </p:extLst>
  </p:cSld>
  <p:clrMapOvr>
    <a:masterClrMapping/>
  </p:clrMapOvr>
  <p:hf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a:xfrm>
            <a:off x="8737600" y="6356351"/>
            <a:ext cx="2844800" cy="365125"/>
          </a:xfrm>
          <a:prstGeom prst="rect">
            <a:avLst/>
          </a:prstGeom>
        </p:spPr>
        <p:txBody>
          <a:bodyPr/>
          <a:lstStyle/>
          <a:p>
            <a:r>
              <a:rPr lang="en-US" dirty="0">
                <a:latin typeface="Arial" pitchFamily="34" charset="0"/>
              </a:rPr>
              <a:t>| </a:t>
            </a:r>
            <a:fld id="{295008BC-DA31-4D19-837B-EFA4386B05F5}" type="slidenum">
              <a:rPr lang="en-US" smtClean="0">
                <a:latin typeface="Arial" pitchFamily="34" charset="0"/>
              </a:rPr>
              <a:pPr/>
              <a:t>‹#›</a:t>
            </a:fld>
            <a:r>
              <a:rPr lang="en-US" dirty="0">
                <a:latin typeface="Arial" pitchFamily="34" charset="0"/>
              </a:rPr>
              <a:t> |</a:t>
            </a:r>
            <a:r>
              <a:rPr lang="en-US" dirty="0">
                <a:latin typeface="Arial" pitchFamily="34" charset="0"/>
                <a:ea typeface="Verdana" pitchFamily="34" charset="0"/>
                <a:cs typeface="Verdana" pitchFamily="34" charset="0"/>
              </a:rPr>
              <a:t> </a:t>
            </a:r>
          </a:p>
        </p:txBody>
      </p:sp>
    </p:spTree>
    <p:extLst>
      <p:ext uri="{BB962C8B-B14F-4D97-AF65-F5344CB8AC3E}">
        <p14:creationId xmlns:p14="http://schemas.microsoft.com/office/powerpoint/2010/main" val="118811369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CMS content2">
    <p:spTree>
      <p:nvGrpSpPr>
        <p:cNvPr id="1" name=""/>
        <p:cNvGrpSpPr/>
        <p:nvPr/>
      </p:nvGrpSpPr>
      <p:grpSpPr>
        <a:xfrm>
          <a:off x="0" y="0"/>
          <a:ext cx="0" cy="0"/>
          <a:chOff x="0" y="0"/>
          <a:chExt cx="0" cy="0"/>
        </a:xfrm>
      </p:grpSpPr>
      <p:sp>
        <p:nvSpPr>
          <p:cNvPr id="6" name="Content Placeholder 2"/>
          <p:cNvSpPr>
            <a:spLocks noGrp="1"/>
          </p:cNvSpPr>
          <p:nvPr>
            <p:ph idx="1"/>
          </p:nvPr>
        </p:nvSpPr>
        <p:spPr>
          <a:xfrm>
            <a:off x="203200" y="1676400"/>
            <a:ext cx="117856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8"/>
          <p:cNvSpPr>
            <a:spLocks noGrp="1"/>
          </p:cNvSpPr>
          <p:nvPr>
            <p:ph type="title"/>
          </p:nvPr>
        </p:nvSpPr>
        <p:spPr>
          <a:xfrm>
            <a:off x="0" y="0"/>
            <a:ext cx="12192000" cy="1447800"/>
          </a:xfrm>
          <a:prstGeom prst="rect">
            <a:avLst/>
          </a:prstGeom>
          <a:solidFill>
            <a:srgbClr val="FFD004"/>
          </a:solidFill>
          <a:effectLst>
            <a:outerShdw dist="76200" dir="5640000" algn="tl" rotWithShape="0">
              <a:srgbClr val="084A9C"/>
            </a:outerShdw>
          </a:effectLst>
        </p:spPr>
        <p:txBody>
          <a:bodyPr vert="horz" lIns="91440" tIns="45720" rIns="91440" bIns="45720" rtlCol="0" anchor="ctr">
            <a:noAutofit/>
          </a:bodyPr>
          <a:lstStyle/>
          <a:p>
            <a:r>
              <a:rPr lang="en-US"/>
              <a:t>Click to edit Master title style</a:t>
            </a:r>
          </a:p>
        </p:txBody>
      </p:sp>
      <p:sp>
        <p:nvSpPr>
          <p:cNvPr id="8" name="TextBox 7"/>
          <p:cNvSpPr txBox="1"/>
          <p:nvPr/>
        </p:nvSpPr>
        <p:spPr>
          <a:xfrm>
            <a:off x="0" y="6519446"/>
            <a:ext cx="10464800" cy="338554"/>
          </a:xfrm>
          <a:prstGeom prst="rect">
            <a:avLst/>
          </a:prstGeom>
          <a:noFill/>
        </p:spPr>
        <p:txBody>
          <a:bodyPr wrap="square" rtlCol="0">
            <a:spAutoFit/>
          </a:bodyPr>
          <a:lstStyle/>
          <a:p>
            <a:pPr algn="l"/>
            <a:r>
              <a:rPr lang="en-US" sz="800" b="1" i="1" dirty="0">
                <a:latin typeface="Arial Narrow" pitchFamily="34" charset="0"/>
              </a:rPr>
              <a:t>INFORMATION NOT RELEASABLE TO THE PUBLIC UNLESS AUTHORIZED BY LAW:</a:t>
            </a:r>
            <a:r>
              <a:rPr lang="en-US" sz="800" b="0" i="0" baseline="0" dirty="0">
                <a:latin typeface="Arial Narrow" pitchFamily="34" charset="0"/>
              </a:rPr>
              <a:t> </a:t>
            </a:r>
            <a:r>
              <a:rPr lang="en-US" sz="800" i="1" dirty="0">
                <a:latin typeface="Arial Narrow" pitchFamily="34" charset="0"/>
              </a:rPr>
              <a:t>This information has not been publicly disclosed and may be privileged and confidential.  It is for internal government use only and must not be disseminated, distributed, or copied to persons not authorized to receive the information.  Unauthorized disclosure may result in prosecution to the full extent of the law.</a:t>
            </a:r>
            <a:endParaRPr lang="en-US" sz="800" dirty="0">
              <a:latin typeface="Arial Narrow" pitchFamily="34" charset="0"/>
            </a:endParaRPr>
          </a:p>
        </p:txBody>
      </p:sp>
      <p:sp>
        <p:nvSpPr>
          <p:cNvPr id="10" name="Rectangle 5"/>
          <p:cNvSpPr>
            <a:spLocks noGrp="1" noChangeArrowheads="1"/>
          </p:cNvSpPr>
          <p:nvPr>
            <p:ph type="sldNum" sz="quarter" idx="12"/>
          </p:nvPr>
        </p:nvSpPr>
        <p:spPr>
          <a:xfrm>
            <a:off x="10217152" y="6487623"/>
            <a:ext cx="1974849" cy="347249"/>
          </a:xfrm>
          <a:prstGeom prst="rect">
            <a:avLst/>
          </a:prstGeom>
          <a:ln/>
        </p:spPr>
        <p:txBody>
          <a:bodyPr/>
          <a:lstStyle>
            <a:lvl1pPr>
              <a:defRPr sz="1000"/>
            </a:lvl1pPr>
          </a:lstStyle>
          <a:p>
            <a:pPr>
              <a:defRPr/>
            </a:pPr>
            <a:fld id="{6AE7939A-3FBB-4809-905E-2174978795E4}" type="slidenum">
              <a:rPr lang="en-US" smtClean="0"/>
              <a:pPr>
                <a:defRPr/>
              </a:pPr>
              <a:t>‹#›</a:t>
            </a:fld>
            <a:endParaRPr lang="en-US" dirty="0"/>
          </a:p>
        </p:txBody>
      </p:sp>
    </p:spTree>
    <p:extLst>
      <p:ext uri="{BB962C8B-B14F-4D97-AF65-F5344CB8AC3E}">
        <p14:creationId xmlns:p14="http://schemas.microsoft.com/office/powerpoint/2010/main" val="1572173546"/>
      </p:ext>
    </p:extLst>
  </p:cSld>
  <p:clrMapOvr>
    <a:masterClrMapping/>
  </p:clrMapOvr>
  <p:hf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2_CMS title1">
    <p:spTree>
      <p:nvGrpSpPr>
        <p:cNvPr id="1" name=""/>
        <p:cNvGrpSpPr/>
        <p:nvPr/>
      </p:nvGrpSpPr>
      <p:grpSpPr>
        <a:xfrm>
          <a:off x="0" y="0"/>
          <a:ext cx="0" cy="0"/>
          <a:chOff x="0" y="0"/>
          <a:chExt cx="0" cy="0"/>
        </a:xfrm>
      </p:grpSpPr>
      <p:pic>
        <p:nvPicPr>
          <p:cNvPr id="7" name="Picture 3" descr="An African American business woman standing with her arms crossed and a team of professionals behind her."/>
          <p:cNvPicPr>
            <a:picLocks noChangeAspect="1" noChangeArrowheads="1"/>
          </p:cNvPicPr>
          <p:nvPr/>
        </p:nvPicPr>
        <p:blipFill>
          <a:blip r:embed="rId2" cstate="print">
            <a:extLst>
              <a:ext uri="{28A0092B-C50C-407E-A947-70E740481C1C}">
                <a14:useLocalDpi xmlns:a14="http://schemas.microsoft.com/office/drawing/2010/main"/>
              </a:ext>
            </a:extLst>
          </a:blip>
          <a:srcRect/>
          <a:stretch>
            <a:fillRect/>
          </a:stretch>
        </p:blipFill>
        <p:spPr bwMode="auto">
          <a:xfrm>
            <a:off x="-22576" y="2438400"/>
            <a:ext cx="7010400" cy="4435856"/>
          </a:xfrm>
          <a:prstGeom prst="rect">
            <a:avLst/>
          </a:prstGeom>
          <a:noFill/>
          <a:ln w="9525">
            <a:noFill/>
            <a:miter lim="800000"/>
            <a:headEnd/>
            <a:tailEnd/>
          </a:ln>
          <a:effectLst/>
        </p:spPr>
      </p:pic>
      <p:sp>
        <p:nvSpPr>
          <p:cNvPr id="13" name="TextBox 12"/>
          <p:cNvSpPr txBox="1"/>
          <p:nvPr/>
        </p:nvSpPr>
        <p:spPr>
          <a:xfrm>
            <a:off x="-2224195" y="4928188"/>
            <a:ext cx="184731" cy="369332"/>
          </a:xfrm>
          <a:prstGeom prst="rect">
            <a:avLst/>
          </a:prstGeom>
          <a:noFill/>
        </p:spPr>
        <p:txBody>
          <a:bodyPr wrap="none" rtlCol="0">
            <a:spAutoFit/>
          </a:bodyPr>
          <a:lstStyle/>
          <a:p>
            <a:endParaRPr lang="en-US" sz="1800" dirty="0"/>
          </a:p>
        </p:txBody>
      </p:sp>
      <p:sp>
        <p:nvSpPr>
          <p:cNvPr id="8" name="Text Placeholder 2"/>
          <p:cNvSpPr>
            <a:spLocks noGrp="1"/>
          </p:cNvSpPr>
          <p:nvPr>
            <p:ph type="body" sz="quarter" idx="10" hasCustomPrompt="1"/>
          </p:nvPr>
        </p:nvSpPr>
        <p:spPr>
          <a:xfrm>
            <a:off x="7924800" y="3048000"/>
            <a:ext cx="3962400" cy="914400"/>
          </a:xfrm>
        </p:spPr>
        <p:txBody>
          <a:bodyPr>
            <a:normAutofit/>
          </a:bodyPr>
          <a:lstStyle>
            <a:lvl1pPr marL="0" indent="0" algn="l">
              <a:buNone/>
              <a:defRPr sz="2400" b="1" i="1">
                <a:solidFill>
                  <a:srgbClr val="084A9C"/>
                </a:solidFill>
              </a:defRPr>
            </a:lvl1pPr>
          </a:lstStyle>
          <a:p>
            <a:pPr algn="l"/>
            <a:r>
              <a:rPr lang="en-US" sz="2400" b="1" i="1">
                <a:solidFill>
                  <a:srgbClr val="084A9C"/>
                </a:solidFill>
              </a:rPr>
              <a:t>Subtitle</a:t>
            </a:r>
          </a:p>
          <a:p>
            <a:pPr algn="l"/>
            <a:endParaRPr lang="en-US" sz="2800" b="0" i="1">
              <a:solidFill>
                <a:srgbClr val="084A9C"/>
              </a:solidFill>
            </a:endParaRPr>
          </a:p>
        </p:txBody>
      </p:sp>
      <p:sp>
        <p:nvSpPr>
          <p:cNvPr id="9" name="Text Placeholder 2"/>
          <p:cNvSpPr>
            <a:spLocks noGrp="1"/>
          </p:cNvSpPr>
          <p:nvPr>
            <p:ph type="body" sz="quarter" idx="11" hasCustomPrompt="1"/>
          </p:nvPr>
        </p:nvSpPr>
        <p:spPr>
          <a:xfrm>
            <a:off x="7924800" y="4267200"/>
            <a:ext cx="3962400" cy="838200"/>
          </a:xfrm>
        </p:spPr>
        <p:txBody>
          <a:bodyPr>
            <a:normAutofit/>
          </a:bodyPr>
          <a:lstStyle>
            <a:lvl1pPr marL="0" indent="0" algn="l">
              <a:buNone/>
              <a:defRPr sz="2400" b="1" i="1">
                <a:solidFill>
                  <a:srgbClr val="084A9C"/>
                </a:solidFill>
              </a:defRPr>
            </a:lvl1pPr>
          </a:lstStyle>
          <a:p>
            <a:pPr algn="l"/>
            <a:r>
              <a:rPr lang="en-US" sz="2400" b="0" i="1">
                <a:solidFill>
                  <a:srgbClr val="084A9C"/>
                </a:solidFill>
              </a:rPr>
              <a:t>Presenter/Date</a:t>
            </a:r>
            <a:endParaRPr lang="en-US" sz="2800" b="0" i="1">
              <a:solidFill>
                <a:srgbClr val="084A9C"/>
              </a:solidFill>
            </a:endParaRPr>
          </a:p>
        </p:txBody>
      </p:sp>
      <p:sp>
        <p:nvSpPr>
          <p:cNvPr id="14" name="TextBox 13"/>
          <p:cNvSpPr txBox="1"/>
          <p:nvPr/>
        </p:nvSpPr>
        <p:spPr>
          <a:xfrm>
            <a:off x="-2224195" y="4928188"/>
            <a:ext cx="184731" cy="369332"/>
          </a:xfrm>
          <a:prstGeom prst="rect">
            <a:avLst/>
          </a:prstGeom>
          <a:noFill/>
        </p:spPr>
        <p:txBody>
          <a:bodyPr wrap="none" rtlCol="0">
            <a:spAutoFit/>
          </a:bodyPr>
          <a:lstStyle/>
          <a:p>
            <a:endParaRPr lang="en-US" sz="1800" dirty="0"/>
          </a:p>
        </p:txBody>
      </p:sp>
      <p:pic>
        <p:nvPicPr>
          <p:cNvPr id="15" name="Picture 14" descr="The Centers for Medicare and Medicaid logo."/>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03201" y="228600"/>
            <a:ext cx="3536433" cy="914400"/>
          </a:xfrm>
          <a:prstGeom prst="rect">
            <a:avLst/>
          </a:prstGeom>
        </p:spPr>
      </p:pic>
      <p:sp>
        <p:nvSpPr>
          <p:cNvPr id="10" name="Slide Number Placeholder 6"/>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2FF3C-310F-4809-A5BE-BC5BA8AA108D}" type="slidenum">
              <a:rPr lang="en-US" smtClean="0"/>
              <a:t>‹#›</a:t>
            </a:fld>
            <a:endParaRPr lang="en-US" dirty="0"/>
          </a:p>
        </p:txBody>
      </p:sp>
      <p:grpSp>
        <p:nvGrpSpPr>
          <p:cNvPr id="11" name="Group 10"/>
          <p:cNvGrpSpPr/>
          <p:nvPr/>
        </p:nvGrpSpPr>
        <p:grpSpPr>
          <a:xfrm>
            <a:off x="-45154" y="1303866"/>
            <a:ext cx="12282311" cy="1320799"/>
            <a:chOff x="-16933" y="1"/>
            <a:chExt cx="9211733" cy="1015999"/>
          </a:xfrm>
        </p:grpSpPr>
        <p:sp>
          <p:nvSpPr>
            <p:cNvPr id="16" name="Rectangle 15"/>
            <p:cNvSpPr/>
            <p:nvPr userDrawn="1"/>
          </p:nvSpPr>
          <p:spPr bwMode="auto">
            <a:xfrm>
              <a:off x="-16933" y="1"/>
              <a:ext cx="9194800" cy="931332"/>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17" name="Rectangle 16"/>
            <p:cNvSpPr/>
            <p:nvPr userDrawn="1"/>
          </p:nvSpPr>
          <p:spPr bwMode="auto">
            <a:xfrm>
              <a:off x="0" y="931335"/>
              <a:ext cx="9194800" cy="84665"/>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18" name="Title 9"/>
          <p:cNvSpPr>
            <a:spLocks noGrp="1"/>
          </p:cNvSpPr>
          <p:nvPr>
            <p:ph type="title"/>
          </p:nvPr>
        </p:nvSpPr>
        <p:spPr>
          <a:xfrm>
            <a:off x="22577" y="1490133"/>
            <a:ext cx="12192000" cy="830299"/>
          </a:xfrm>
          <a:noFill/>
          <a:ln>
            <a:noFill/>
          </a:ln>
          <a:effectLst/>
        </p:spPr>
        <p:txBody>
          <a:bodyPr/>
          <a:lstStyle/>
          <a:p>
            <a:r>
              <a:rPr lang="en-US"/>
              <a:t>Click to edit Master title style</a:t>
            </a:r>
          </a:p>
        </p:txBody>
      </p:sp>
    </p:spTree>
    <p:extLst>
      <p:ext uri="{BB962C8B-B14F-4D97-AF65-F5344CB8AC3E}">
        <p14:creationId xmlns:p14="http://schemas.microsoft.com/office/powerpoint/2010/main" val="692018653"/>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1_CMS title6">
    <p:spTree>
      <p:nvGrpSpPr>
        <p:cNvPr id="1" name=""/>
        <p:cNvGrpSpPr/>
        <p:nvPr/>
      </p:nvGrpSpPr>
      <p:grpSpPr>
        <a:xfrm>
          <a:off x="0" y="0"/>
          <a:ext cx="0" cy="0"/>
          <a:chOff x="0" y="0"/>
          <a:chExt cx="0" cy="0"/>
        </a:xfrm>
      </p:grpSpPr>
      <p:sp>
        <p:nvSpPr>
          <p:cNvPr id="13" name="TextBox 12"/>
          <p:cNvSpPr txBox="1"/>
          <p:nvPr/>
        </p:nvSpPr>
        <p:spPr>
          <a:xfrm>
            <a:off x="-2224195" y="4928188"/>
            <a:ext cx="184731" cy="369332"/>
          </a:xfrm>
          <a:prstGeom prst="rect">
            <a:avLst/>
          </a:prstGeom>
          <a:noFill/>
        </p:spPr>
        <p:txBody>
          <a:bodyPr wrap="none" rtlCol="0">
            <a:spAutoFit/>
          </a:bodyPr>
          <a:lstStyle/>
          <a:p>
            <a:endParaRPr lang="en-US" sz="1800" dirty="0"/>
          </a:p>
        </p:txBody>
      </p:sp>
      <p:sp>
        <p:nvSpPr>
          <p:cNvPr id="8" name="TextBox 7"/>
          <p:cNvSpPr txBox="1"/>
          <p:nvPr/>
        </p:nvSpPr>
        <p:spPr>
          <a:xfrm>
            <a:off x="-2224195" y="4928188"/>
            <a:ext cx="184731" cy="369332"/>
          </a:xfrm>
          <a:prstGeom prst="rect">
            <a:avLst/>
          </a:prstGeom>
          <a:noFill/>
        </p:spPr>
        <p:txBody>
          <a:bodyPr wrap="none" rtlCol="0">
            <a:spAutoFit/>
          </a:bodyPr>
          <a:lstStyle/>
          <a:p>
            <a:endParaRPr lang="en-US" sz="1800" dirty="0"/>
          </a:p>
        </p:txBody>
      </p:sp>
      <p:pic>
        <p:nvPicPr>
          <p:cNvPr id="10" name="Picture 9" descr="The Centers for Medicare and Medicaid logo."/>
          <p:cNvPicPr>
            <a:picLocks noChangeAspect="1"/>
          </p:cNvPicPr>
          <p:nvPr/>
        </p:nvPicPr>
        <p:blipFill>
          <a:blip r:embed="rId2" cstate="print"/>
          <a:stretch>
            <a:fillRect/>
          </a:stretch>
        </p:blipFill>
        <p:spPr>
          <a:xfrm>
            <a:off x="101600" y="2550068"/>
            <a:ext cx="11887200" cy="3088732"/>
          </a:xfrm>
          <a:prstGeom prst="rect">
            <a:avLst/>
          </a:prstGeom>
        </p:spPr>
      </p:pic>
      <p:sp>
        <p:nvSpPr>
          <p:cNvPr id="14" name="Text Placeholder 2"/>
          <p:cNvSpPr>
            <a:spLocks noGrp="1"/>
          </p:cNvSpPr>
          <p:nvPr>
            <p:ph type="body" sz="quarter" idx="10" hasCustomPrompt="1"/>
          </p:nvPr>
        </p:nvSpPr>
        <p:spPr>
          <a:xfrm>
            <a:off x="406400" y="2819400"/>
            <a:ext cx="11379200" cy="1752600"/>
          </a:xfrm>
        </p:spPr>
        <p:txBody>
          <a:bodyPr>
            <a:normAutofit/>
          </a:bodyPr>
          <a:lstStyle>
            <a:lvl1pPr marL="0" indent="0" algn="l">
              <a:buNone/>
              <a:defRPr sz="2400" b="1" i="1">
                <a:solidFill>
                  <a:srgbClr val="084A9C"/>
                </a:solidFill>
              </a:defRPr>
            </a:lvl1pPr>
          </a:lstStyle>
          <a:p>
            <a:pPr algn="l"/>
            <a:r>
              <a:rPr lang="en-US" sz="2400" b="1" i="1">
                <a:solidFill>
                  <a:srgbClr val="084A9C"/>
                </a:solidFill>
              </a:rPr>
              <a:t>Subtitle</a:t>
            </a:r>
          </a:p>
          <a:p>
            <a:pPr algn="l"/>
            <a:endParaRPr lang="en-US" sz="2800" b="0" i="1">
              <a:solidFill>
                <a:srgbClr val="084A9C"/>
              </a:solidFill>
            </a:endParaRPr>
          </a:p>
        </p:txBody>
      </p:sp>
      <p:sp>
        <p:nvSpPr>
          <p:cNvPr id="15" name="Text Placeholder 2"/>
          <p:cNvSpPr>
            <a:spLocks noGrp="1"/>
          </p:cNvSpPr>
          <p:nvPr>
            <p:ph type="body" sz="quarter" idx="11" hasCustomPrompt="1"/>
          </p:nvPr>
        </p:nvSpPr>
        <p:spPr>
          <a:xfrm>
            <a:off x="406400" y="4724400"/>
            <a:ext cx="11379200" cy="838200"/>
          </a:xfrm>
        </p:spPr>
        <p:txBody>
          <a:bodyPr>
            <a:normAutofit/>
          </a:bodyPr>
          <a:lstStyle>
            <a:lvl1pPr marL="0" indent="0" algn="l">
              <a:buNone/>
              <a:defRPr sz="2400" b="1" i="1">
                <a:solidFill>
                  <a:srgbClr val="084A9C"/>
                </a:solidFill>
              </a:defRPr>
            </a:lvl1pPr>
          </a:lstStyle>
          <a:p>
            <a:pPr algn="l"/>
            <a:r>
              <a:rPr lang="en-US" sz="2400" b="0" i="1">
                <a:solidFill>
                  <a:srgbClr val="084A9C"/>
                </a:solidFill>
              </a:rPr>
              <a:t>Presenter/Date</a:t>
            </a:r>
            <a:endParaRPr lang="en-US" sz="2800" b="0" i="1">
              <a:solidFill>
                <a:srgbClr val="084A9C"/>
              </a:solidFill>
            </a:endParaRPr>
          </a:p>
        </p:txBody>
      </p:sp>
      <p:sp>
        <p:nvSpPr>
          <p:cNvPr id="9" name="Slide Number Placeholder 6"/>
          <p:cNvSpPr txBox="1">
            <a:spLocks/>
          </p:cNvSpPr>
          <p:nvPr/>
        </p:nvSpPr>
        <p:spPr>
          <a:xfrm>
            <a:off x="8940800" y="6508751"/>
            <a:ext cx="28448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022FF3C-310F-4809-A5BE-BC5BA8AA108D}" type="slidenum">
              <a:rPr lang="en-US" sz="1200" smtClean="0"/>
              <a:pPr/>
              <a:t>‹#›</a:t>
            </a:fld>
            <a:endParaRPr lang="en-US" sz="1200" dirty="0"/>
          </a:p>
        </p:txBody>
      </p:sp>
      <p:grpSp>
        <p:nvGrpSpPr>
          <p:cNvPr id="11" name="Group 10"/>
          <p:cNvGrpSpPr/>
          <p:nvPr/>
        </p:nvGrpSpPr>
        <p:grpSpPr>
          <a:xfrm>
            <a:off x="-22577" y="2"/>
            <a:ext cx="12282311" cy="1473199"/>
            <a:chOff x="-16933" y="1"/>
            <a:chExt cx="9211733" cy="1015999"/>
          </a:xfrm>
        </p:grpSpPr>
        <p:sp>
          <p:nvSpPr>
            <p:cNvPr id="16" name="Rectangle 15"/>
            <p:cNvSpPr/>
            <p:nvPr userDrawn="1"/>
          </p:nvSpPr>
          <p:spPr bwMode="auto">
            <a:xfrm>
              <a:off x="-16933" y="1"/>
              <a:ext cx="9194800" cy="931332"/>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17" name="Rectangle 16"/>
            <p:cNvSpPr/>
            <p:nvPr userDrawn="1"/>
          </p:nvSpPr>
          <p:spPr bwMode="auto">
            <a:xfrm>
              <a:off x="0" y="931335"/>
              <a:ext cx="9194800" cy="84665"/>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18" name="Title 9"/>
          <p:cNvSpPr>
            <a:spLocks noGrp="1"/>
          </p:cNvSpPr>
          <p:nvPr>
            <p:ph type="title"/>
          </p:nvPr>
        </p:nvSpPr>
        <p:spPr>
          <a:xfrm>
            <a:off x="0" y="135468"/>
            <a:ext cx="12192000" cy="1006687"/>
          </a:xfrm>
          <a:noFill/>
          <a:ln>
            <a:noFill/>
          </a:ln>
          <a:effectLst/>
        </p:spPr>
        <p:txBody>
          <a:bodyPr/>
          <a:lstStyle/>
          <a:p>
            <a:r>
              <a:rPr lang="en-US"/>
              <a:t>Click to edit Master title style</a:t>
            </a:r>
          </a:p>
        </p:txBody>
      </p:sp>
    </p:spTree>
    <p:extLst>
      <p:ext uri="{BB962C8B-B14F-4D97-AF65-F5344CB8AC3E}">
        <p14:creationId xmlns:p14="http://schemas.microsoft.com/office/powerpoint/2010/main" val="3419940865"/>
      </p:ext>
    </p:extLst>
  </p:cSld>
  <p:clrMapOvr>
    <a:masterClrMapping/>
  </p:clrMapOvr>
  <p:hf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MS title6">
    <p:spTree>
      <p:nvGrpSpPr>
        <p:cNvPr id="1" name=""/>
        <p:cNvGrpSpPr/>
        <p:nvPr/>
      </p:nvGrpSpPr>
      <p:grpSpPr>
        <a:xfrm>
          <a:off x="0" y="0"/>
          <a:ext cx="0" cy="0"/>
          <a:chOff x="0" y="0"/>
          <a:chExt cx="0" cy="0"/>
        </a:xfrm>
      </p:grpSpPr>
      <p:sp>
        <p:nvSpPr>
          <p:cNvPr id="13" name="TextBox 12"/>
          <p:cNvSpPr txBox="1"/>
          <p:nvPr/>
        </p:nvSpPr>
        <p:spPr>
          <a:xfrm>
            <a:off x="-2224195" y="4928188"/>
            <a:ext cx="184731" cy="369332"/>
          </a:xfrm>
          <a:prstGeom prst="rect">
            <a:avLst/>
          </a:prstGeom>
          <a:noFill/>
        </p:spPr>
        <p:txBody>
          <a:bodyPr wrap="none" rtlCol="0">
            <a:spAutoFit/>
          </a:bodyPr>
          <a:lstStyle/>
          <a:p>
            <a:endParaRPr lang="en-US" sz="1800" dirty="0"/>
          </a:p>
        </p:txBody>
      </p:sp>
      <p:sp>
        <p:nvSpPr>
          <p:cNvPr id="7" name="Text Placeholder 2"/>
          <p:cNvSpPr>
            <a:spLocks noGrp="1"/>
          </p:cNvSpPr>
          <p:nvPr>
            <p:ph type="body" sz="quarter" idx="10" hasCustomPrompt="1"/>
          </p:nvPr>
        </p:nvSpPr>
        <p:spPr>
          <a:xfrm>
            <a:off x="6604000" y="3048000"/>
            <a:ext cx="4368800" cy="914400"/>
          </a:xfrm>
        </p:spPr>
        <p:txBody>
          <a:bodyPr>
            <a:normAutofit/>
          </a:bodyPr>
          <a:lstStyle>
            <a:lvl1pPr marL="0" indent="0" algn="l">
              <a:buNone/>
              <a:defRPr sz="2400" b="1" i="1">
                <a:solidFill>
                  <a:srgbClr val="084A9C"/>
                </a:solidFill>
              </a:defRPr>
            </a:lvl1pPr>
          </a:lstStyle>
          <a:p>
            <a:pPr algn="l"/>
            <a:r>
              <a:rPr lang="en-US" sz="2400" b="1" i="1">
                <a:solidFill>
                  <a:srgbClr val="084A9C"/>
                </a:solidFill>
              </a:rPr>
              <a:t>Subtitle</a:t>
            </a:r>
          </a:p>
          <a:p>
            <a:pPr algn="l"/>
            <a:endParaRPr lang="en-US" sz="2800" b="0" i="1">
              <a:solidFill>
                <a:srgbClr val="084A9C"/>
              </a:solidFill>
            </a:endParaRPr>
          </a:p>
        </p:txBody>
      </p:sp>
      <p:sp>
        <p:nvSpPr>
          <p:cNvPr id="11" name="Text Placeholder 2"/>
          <p:cNvSpPr>
            <a:spLocks noGrp="1"/>
          </p:cNvSpPr>
          <p:nvPr>
            <p:ph type="body" sz="quarter" idx="11" hasCustomPrompt="1"/>
          </p:nvPr>
        </p:nvSpPr>
        <p:spPr>
          <a:xfrm>
            <a:off x="6604000" y="4191000"/>
            <a:ext cx="4368800" cy="838200"/>
          </a:xfrm>
        </p:spPr>
        <p:txBody>
          <a:bodyPr>
            <a:normAutofit/>
          </a:bodyPr>
          <a:lstStyle>
            <a:lvl1pPr marL="0" indent="0" algn="l">
              <a:buNone/>
              <a:defRPr sz="2400" b="1" i="1">
                <a:solidFill>
                  <a:srgbClr val="084A9C"/>
                </a:solidFill>
              </a:defRPr>
            </a:lvl1pPr>
          </a:lstStyle>
          <a:p>
            <a:pPr algn="l"/>
            <a:r>
              <a:rPr lang="en-US" sz="2400" b="0" i="1">
                <a:solidFill>
                  <a:srgbClr val="084A9C"/>
                </a:solidFill>
              </a:rPr>
              <a:t>Presenter/Date</a:t>
            </a:r>
            <a:endParaRPr lang="en-US" sz="2800" b="0" i="1">
              <a:solidFill>
                <a:srgbClr val="084A9C"/>
              </a:solidFill>
            </a:endParaRPr>
          </a:p>
        </p:txBody>
      </p:sp>
      <p:sp>
        <p:nvSpPr>
          <p:cNvPr id="8" name="TextBox 7"/>
          <p:cNvSpPr txBox="1"/>
          <p:nvPr/>
        </p:nvSpPr>
        <p:spPr>
          <a:xfrm>
            <a:off x="-2224195" y="4928188"/>
            <a:ext cx="184731" cy="369332"/>
          </a:xfrm>
          <a:prstGeom prst="rect">
            <a:avLst/>
          </a:prstGeom>
          <a:noFill/>
        </p:spPr>
        <p:txBody>
          <a:bodyPr wrap="none" rtlCol="0">
            <a:spAutoFit/>
          </a:bodyPr>
          <a:lstStyle/>
          <a:p>
            <a:endParaRPr lang="en-US" sz="1800" dirty="0"/>
          </a:p>
        </p:txBody>
      </p:sp>
      <p:pic>
        <p:nvPicPr>
          <p:cNvPr id="10" name="Picture 9" descr="The Centers for Medicare and Medicaid logo."/>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03201" y="228600"/>
            <a:ext cx="3536433" cy="914400"/>
          </a:xfrm>
          <a:prstGeom prst="rect">
            <a:avLst/>
          </a:prstGeom>
        </p:spPr>
      </p:pic>
      <p:sp>
        <p:nvSpPr>
          <p:cNvPr id="9" name="Slide Number Placeholder 6"/>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2FF3C-310F-4809-A5BE-BC5BA8AA108D}" type="slidenum">
              <a:rPr lang="en-US" smtClean="0"/>
              <a:t>‹#›</a:t>
            </a:fld>
            <a:endParaRPr lang="en-US" dirty="0"/>
          </a:p>
        </p:txBody>
      </p:sp>
      <p:grpSp>
        <p:nvGrpSpPr>
          <p:cNvPr id="14" name="Group 13"/>
          <p:cNvGrpSpPr/>
          <p:nvPr/>
        </p:nvGrpSpPr>
        <p:grpSpPr>
          <a:xfrm>
            <a:off x="-22577" y="1422400"/>
            <a:ext cx="12282311" cy="1337734"/>
            <a:chOff x="-16933" y="1"/>
            <a:chExt cx="9211733" cy="1015999"/>
          </a:xfrm>
        </p:grpSpPr>
        <p:sp>
          <p:nvSpPr>
            <p:cNvPr id="15" name="Rectangle 14"/>
            <p:cNvSpPr/>
            <p:nvPr userDrawn="1"/>
          </p:nvSpPr>
          <p:spPr bwMode="auto">
            <a:xfrm>
              <a:off x="-16933" y="1"/>
              <a:ext cx="9194800" cy="931332"/>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16" name="Rectangle 15"/>
            <p:cNvSpPr/>
            <p:nvPr userDrawn="1"/>
          </p:nvSpPr>
          <p:spPr bwMode="auto">
            <a:xfrm>
              <a:off x="0" y="931335"/>
              <a:ext cx="9194800" cy="84665"/>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17" name="Title 9"/>
          <p:cNvSpPr>
            <a:spLocks noGrp="1"/>
          </p:cNvSpPr>
          <p:nvPr>
            <p:ph type="title"/>
          </p:nvPr>
        </p:nvSpPr>
        <p:spPr>
          <a:xfrm>
            <a:off x="0" y="1422401"/>
            <a:ext cx="12192000" cy="1018258"/>
          </a:xfrm>
          <a:noFill/>
          <a:ln>
            <a:noFill/>
          </a:ln>
          <a:effectLst/>
        </p:spPr>
        <p:txBody>
          <a:bodyPr/>
          <a:lstStyle/>
          <a:p>
            <a:r>
              <a:rPr lang="en-US"/>
              <a:t>Click to edit Master title style</a:t>
            </a:r>
          </a:p>
        </p:txBody>
      </p:sp>
    </p:spTree>
    <p:extLst>
      <p:ext uri="{BB962C8B-B14F-4D97-AF65-F5344CB8AC3E}">
        <p14:creationId xmlns:p14="http://schemas.microsoft.com/office/powerpoint/2010/main" val="4281046964"/>
      </p:ext>
    </p:extLst>
  </p:cSld>
  <p:clrMapOvr>
    <a:masterClrMapping/>
  </p:clrMapOvr>
  <p:hf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hin Bar_No CMS Logo">
    <p:spTree>
      <p:nvGrpSpPr>
        <p:cNvPr id="1" name=""/>
        <p:cNvGrpSpPr/>
        <p:nvPr/>
      </p:nvGrpSpPr>
      <p:grpSpPr>
        <a:xfrm>
          <a:off x="0" y="0"/>
          <a:ext cx="0" cy="0"/>
          <a:chOff x="0" y="0"/>
          <a:chExt cx="0" cy="0"/>
        </a:xfrm>
      </p:grpSpPr>
      <p:sp>
        <p:nvSpPr>
          <p:cNvPr id="13" name="TextBox 12"/>
          <p:cNvSpPr txBox="1"/>
          <p:nvPr/>
        </p:nvSpPr>
        <p:spPr>
          <a:xfrm>
            <a:off x="-2224195" y="4928188"/>
            <a:ext cx="184731" cy="369332"/>
          </a:xfrm>
          <a:prstGeom prst="rect">
            <a:avLst/>
          </a:prstGeom>
          <a:noFill/>
        </p:spPr>
        <p:txBody>
          <a:bodyPr wrap="none" rtlCol="0">
            <a:spAutoFit/>
          </a:bodyPr>
          <a:lstStyle/>
          <a:p>
            <a:endParaRPr lang="en-US" sz="1800" dirty="0"/>
          </a:p>
        </p:txBody>
      </p:sp>
      <p:sp>
        <p:nvSpPr>
          <p:cNvPr id="14" name="TextBox 13"/>
          <p:cNvSpPr txBox="1"/>
          <p:nvPr/>
        </p:nvSpPr>
        <p:spPr>
          <a:xfrm>
            <a:off x="-2224195" y="4928188"/>
            <a:ext cx="184731" cy="369332"/>
          </a:xfrm>
          <a:prstGeom prst="rect">
            <a:avLst/>
          </a:prstGeom>
          <a:noFill/>
        </p:spPr>
        <p:txBody>
          <a:bodyPr wrap="none" rtlCol="0">
            <a:spAutoFit/>
          </a:bodyPr>
          <a:lstStyle/>
          <a:p>
            <a:endParaRPr lang="en-US" sz="1800" dirty="0"/>
          </a:p>
        </p:txBody>
      </p:sp>
      <p:sp>
        <p:nvSpPr>
          <p:cNvPr id="11" name="Content Placeholder 2"/>
          <p:cNvSpPr>
            <a:spLocks noGrp="1"/>
          </p:cNvSpPr>
          <p:nvPr>
            <p:ph idx="1"/>
          </p:nvPr>
        </p:nvSpPr>
        <p:spPr>
          <a:xfrm>
            <a:off x="609600" y="1828801"/>
            <a:ext cx="10972800" cy="4297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4" name="Group 23"/>
          <p:cNvGrpSpPr/>
          <p:nvPr/>
        </p:nvGrpSpPr>
        <p:grpSpPr>
          <a:xfrm>
            <a:off x="0" y="1442086"/>
            <a:ext cx="12192000" cy="99695"/>
            <a:chOff x="0" y="1472565"/>
            <a:chExt cx="9144000" cy="99695"/>
          </a:xfrm>
        </p:grpSpPr>
        <p:cxnSp>
          <p:nvCxnSpPr>
            <p:cNvPr id="17" name="Straight Connector 16"/>
            <p:cNvCxnSpPr/>
            <p:nvPr userDrawn="1"/>
          </p:nvCxnSpPr>
          <p:spPr>
            <a:xfrm>
              <a:off x="0" y="1572260"/>
              <a:ext cx="9144000" cy="0"/>
            </a:xfrm>
            <a:prstGeom prst="line">
              <a:avLst/>
            </a:prstGeom>
            <a:ln w="101600" cap="sq">
              <a:solidFill>
                <a:srgbClr val="FFD004"/>
              </a:solidFill>
            </a:ln>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userDrawn="1"/>
          </p:nvCxnSpPr>
          <p:spPr>
            <a:xfrm>
              <a:off x="0" y="1472565"/>
              <a:ext cx="9144000" cy="0"/>
            </a:xfrm>
            <a:prstGeom prst="line">
              <a:avLst/>
            </a:prstGeom>
            <a:ln w="101600" cap="sq">
              <a:solidFill>
                <a:srgbClr val="084A9C"/>
              </a:solidFill>
            </a:ln>
          </p:spPr>
          <p:style>
            <a:lnRef idx="1">
              <a:schemeClr val="accent1"/>
            </a:lnRef>
            <a:fillRef idx="0">
              <a:schemeClr val="accent1"/>
            </a:fillRef>
            <a:effectRef idx="0">
              <a:schemeClr val="accent1"/>
            </a:effectRef>
            <a:fontRef idx="minor">
              <a:schemeClr val="tx1"/>
            </a:fontRef>
          </p:style>
        </p:cxnSp>
      </p:grpSp>
      <p:sp>
        <p:nvSpPr>
          <p:cNvPr id="23" name="Title 22"/>
          <p:cNvSpPr>
            <a:spLocks noGrp="1"/>
          </p:cNvSpPr>
          <p:nvPr>
            <p:ph type="title"/>
          </p:nvPr>
        </p:nvSpPr>
        <p:spPr>
          <a:xfrm>
            <a:off x="0" y="0"/>
            <a:ext cx="12192000" cy="1371600"/>
          </a:xfrm>
          <a:noFill/>
          <a:effectLst/>
        </p:spPr>
        <p:txBody>
          <a:bodyPr/>
          <a:lstStyle/>
          <a:p>
            <a:r>
              <a:rPr lang="en-US"/>
              <a:t>Click to edit Master title style</a:t>
            </a:r>
          </a:p>
        </p:txBody>
      </p:sp>
      <p:sp>
        <p:nvSpPr>
          <p:cNvPr id="25" name="Slide Number Placeholder 6"/>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22FF3C-310F-4809-A5BE-BC5BA8AA108D}" type="slidenum">
              <a:rPr lang="en-US" smtClean="0"/>
              <a:t>‹#›</a:t>
            </a:fld>
            <a:endParaRPr lang="en-US" dirty="0"/>
          </a:p>
        </p:txBody>
      </p:sp>
    </p:spTree>
    <p:extLst>
      <p:ext uri="{BB962C8B-B14F-4D97-AF65-F5344CB8AC3E}">
        <p14:creationId xmlns:p14="http://schemas.microsoft.com/office/powerpoint/2010/main" val="1949047541"/>
      </p:ext>
    </p:extLst>
  </p:cSld>
  <p:clrMapOvr>
    <a:masterClrMapping/>
  </p:clrMapOvr>
  <p:hf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grpSp>
        <p:nvGrpSpPr>
          <p:cNvPr id="14" name="Group 13"/>
          <p:cNvGrpSpPr/>
          <p:nvPr/>
        </p:nvGrpSpPr>
        <p:grpSpPr>
          <a:xfrm>
            <a:off x="-22577" y="2"/>
            <a:ext cx="12282311" cy="1015999"/>
            <a:chOff x="-16933" y="1"/>
            <a:chExt cx="9211733" cy="1015999"/>
          </a:xfrm>
        </p:grpSpPr>
        <p:sp>
          <p:nvSpPr>
            <p:cNvPr id="6" name="Rectangle 5"/>
            <p:cNvSpPr/>
            <p:nvPr userDrawn="1"/>
          </p:nvSpPr>
          <p:spPr bwMode="auto">
            <a:xfrm>
              <a:off x="-16933" y="1"/>
              <a:ext cx="9194800" cy="931332"/>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13" name="Rectangle 12"/>
            <p:cNvSpPr/>
            <p:nvPr userDrawn="1"/>
          </p:nvSpPr>
          <p:spPr bwMode="auto">
            <a:xfrm>
              <a:off x="0" y="931335"/>
              <a:ext cx="9194800" cy="84665"/>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3" name="Slide Number Placeholder 2"/>
          <p:cNvSpPr>
            <a:spLocks noGrp="1"/>
          </p:cNvSpPr>
          <p:nvPr>
            <p:ph type="sldNum" sz="quarter" idx="10"/>
          </p:nvPr>
        </p:nvSpPr>
        <p:spPr>
          <a:xfrm>
            <a:off x="8737600" y="6356351"/>
            <a:ext cx="2844800" cy="365125"/>
          </a:xfrm>
          <a:prstGeom prst="rect">
            <a:avLst/>
          </a:prstGeom>
        </p:spPr>
        <p:txBody>
          <a:bodyPr/>
          <a:lstStyle/>
          <a:p>
            <a:fld id="{7022FF3C-310F-4809-A5BE-BC5BA8AA108D}" type="slidenum">
              <a:rPr lang="en-US" smtClean="0"/>
              <a:t>‹#›</a:t>
            </a:fld>
            <a:endParaRPr lang="en-US" dirty="0"/>
          </a:p>
        </p:txBody>
      </p:sp>
      <p:sp>
        <p:nvSpPr>
          <p:cNvPr id="4" name="Content Placeholder 2"/>
          <p:cNvSpPr>
            <a:spLocks noGrp="1"/>
          </p:cNvSpPr>
          <p:nvPr>
            <p:ph idx="1"/>
          </p:nvPr>
        </p:nvSpPr>
        <p:spPr>
          <a:xfrm>
            <a:off x="609600" y="1828801"/>
            <a:ext cx="10972800" cy="4297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p:cNvSpPr>
            <a:spLocks noGrp="1"/>
          </p:cNvSpPr>
          <p:nvPr>
            <p:ph type="title"/>
          </p:nvPr>
        </p:nvSpPr>
        <p:spPr>
          <a:xfrm>
            <a:off x="0" y="135467"/>
            <a:ext cx="12192000" cy="694267"/>
          </a:xfrm>
          <a:noFill/>
          <a:ln>
            <a:noFill/>
          </a:ln>
          <a:effectLst/>
        </p:spPr>
        <p:txBody>
          <a:bodyPr/>
          <a:lstStyle/>
          <a:p>
            <a:r>
              <a:rPr lang="en-US"/>
              <a:t>Click to edit Master title style</a:t>
            </a:r>
          </a:p>
        </p:txBody>
      </p:sp>
    </p:spTree>
    <p:extLst>
      <p:ext uri="{BB962C8B-B14F-4D97-AF65-F5344CB8AC3E}">
        <p14:creationId xmlns:p14="http://schemas.microsoft.com/office/powerpoint/2010/main" val="2736405451"/>
      </p:ext>
    </p:extLst>
  </p:cSld>
  <p:clrMapOvr>
    <a:masterClrMapping/>
  </p:clrMapOvr>
  <p:hf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2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737600" y="6356351"/>
            <a:ext cx="2844800" cy="365125"/>
          </a:xfrm>
          <a:prstGeom prst="rect">
            <a:avLst/>
          </a:prstGeom>
        </p:spPr>
        <p:txBody>
          <a:bodyPr/>
          <a:lstStyle/>
          <a:p>
            <a:fld id="{7022FF3C-310F-4809-A5BE-BC5BA8AA108D}" type="slidenum">
              <a:rPr lang="en-US" smtClean="0"/>
              <a:t>‹#›</a:t>
            </a:fld>
            <a:endParaRPr lang="en-US" dirty="0"/>
          </a:p>
        </p:txBody>
      </p:sp>
      <p:grpSp>
        <p:nvGrpSpPr>
          <p:cNvPr id="4" name="Group 3"/>
          <p:cNvGrpSpPr/>
          <p:nvPr/>
        </p:nvGrpSpPr>
        <p:grpSpPr>
          <a:xfrm>
            <a:off x="-22577" y="2"/>
            <a:ext cx="12282311" cy="1015999"/>
            <a:chOff x="-16933" y="1"/>
            <a:chExt cx="9211733" cy="1015999"/>
          </a:xfrm>
        </p:grpSpPr>
        <p:sp>
          <p:nvSpPr>
            <p:cNvPr id="5" name="Rectangle 4"/>
            <p:cNvSpPr/>
            <p:nvPr userDrawn="1"/>
          </p:nvSpPr>
          <p:spPr bwMode="auto">
            <a:xfrm>
              <a:off x="-16933" y="1"/>
              <a:ext cx="9194800" cy="931332"/>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6" name="Rectangle 5"/>
            <p:cNvSpPr/>
            <p:nvPr userDrawn="1"/>
          </p:nvSpPr>
          <p:spPr bwMode="auto">
            <a:xfrm>
              <a:off x="0" y="931335"/>
              <a:ext cx="9194800" cy="84665"/>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7" name="Title 9"/>
          <p:cNvSpPr>
            <a:spLocks noGrp="1"/>
          </p:cNvSpPr>
          <p:nvPr>
            <p:ph type="title"/>
          </p:nvPr>
        </p:nvSpPr>
        <p:spPr>
          <a:xfrm>
            <a:off x="0" y="135467"/>
            <a:ext cx="12192000" cy="694267"/>
          </a:xfrm>
          <a:noFill/>
          <a:ln>
            <a:noFill/>
          </a:ln>
          <a:effectLst/>
        </p:spPr>
        <p:txBody>
          <a:bodyPr/>
          <a:lstStyle/>
          <a:p>
            <a:r>
              <a:rPr lang="en-US"/>
              <a:t>Click to edit Master title style</a:t>
            </a:r>
          </a:p>
        </p:txBody>
      </p:sp>
      <p:graphicFrame>
        <p:nvGraphicFramePr>
          <p:cNvPr id="8" name="Content Placeholder 7"/>
          <p:cNvGraphicFramePr>
            <a:graphicFrameLocks/>
          </p:cNvGraphicFramePr>
          <p:nvPr/>
        </p:nvGraphicFramePr>
        <p:xfrm>
          <a:off x="609600" y="1828801"/>
          <a:ext cx="10972800" cy="42973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7642203"/>
      </p:ext>
    </p:extLst>
  </p:cSld>
  <p:clrMapOvr>
    <a:masterClrMapping/>
  </p:clrMapOvr>
  <p:hf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3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737600" y="6356351"/>
            <a:ext cx="2844800" cy="365125"/>
          </a:xfrm>
          <a:prstGeom prst="rect">
            <a:avLst/>
          </a:prstGeom>
        </p:spPr>
        <p:txBody>
          <a:bodyPr/>
          <a:lstStyle/>
          <a:p>
            <a:fld id="{7022FF3C-310F-4809-A5BE-BC5BA8AA108D}" type="slidenum">
              <a:rPr lang="en-US" smtClean="0"/>
              <a:t>‹#›</a:t>
            </a:fld>
            <a:endParaRPr lang="en-US" dirty="0"/>
          </a:p>
        </p:txBody>
      </p:sp>
      <p:grpSp>
        <p:nvGrpSpPr>
          <p:cNvPr id="4" name="Group 3"/>
          <p:cNvGrpSpPr/>
          <p:nvPr/>
        </p:nvGrpSpPr>
        <p:grpSpPr>
          <a:xfrm>
            <a:off x="-22577" y="2"/>
            <a:ext cx="12282311" cy="1015999"/>
            <a:chOff x="-16933" y="1"/>
            <a:chExt cx="9211733" cy="1015999"/>
          </a:xfrm>
        </p:grpSpPr>
        <p:sp>
          <p:nvSpPr>
            <p:cNvPr id="5" name="Rectangle 4"/>
            <p:cNvSpPr/>
            <p:nvPr userDrawn="1"/>
          </p:nvSpPr>
          <p:spPr bwMode="auto">
            <a:xfrm>
              <a:off x="-16933" y="1"/>
              <a:ext cx="9194800" cy="931332"/>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6" name="Rectangle 5"/>
            <p:cNvSpPr/>
            <p:nvPr userDrawn="1"/>
          </p:nvSpPr>
          <p:spPr bwMode="auto">
            <a:xfrm>
              <a:off x="0" y="931335"/>
              <a:ext cx="9194800" cy="84665"/>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7" name="Content Placeholder 2"/>
          <p:cNvSpPr>
            <a:spLocks noGrp="1"/>
          </p:cNvSpPr>
          <p:nvPr>
            <p:ph idx="1"/>
          </p:nvPr>
        </p:nvSpPr>
        <p:spPr>
          <a:xfrm>
            <a:off x="609600" y="1828801"/>
            <a:ext cx="10972800" cy="4297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9"/>
          <p:cNvSpPr>
            <a:spLocks noGrp="1"/>
          </p:cNvSpPr>
          <p:nvPr>
            <p:ph type="title"/>
          </p:nvPr>
        </p:nvSpPr>
        <p:spPr>
          <a:xfrm>
            <a:off x="0" y="135467"/>
            <a:ext cx="12192000" cy="694267"/>
          </a:xfrm>
          <a:noFill/>
          <a:ln>
            <a:noFill/>
          </a:ln>
          <a:effectLst/>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069495640"/>
      </p:ext>
    </p:extLst>
  </p:cSld>
  <p:clrMapOvr>
    <a:masterClrMapping/>
  </p:clrMapOvr>
  <p:hf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4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a:xfrm>
            <a:off x="8737600" y="6356351"/>
            <a:ext cx="2844800" cy="365125"/>
          </a:xfrm>
          <a:prstGeom prst="rect">
            <a:avLst/>
          </a:prstGeom>
        </p:spPr>
        <p:txBody>
          <a:bodyPr/>
          <a:lstStyle/>
          <a:p>
            <a:fld id="{7022FF3C-310F-4809-A5BE-BC5BA8AA108D}" type="slidenum">
              <a:rPr lang="en-US" smtClean="0"/>
              <a:t>‹#›</a:t>
            </a:fld>
            <a:endParaRPr lang="en-US" dirty="0"/>
          </a:p>
        </p:txBody>
      </p:sp>
      <p:grpSp>
        <p:nvGrpSpPr>
          <p:cNvPr id="4" name="Group 3"/>
          <p:cNvGrpSpPr/>
          <p:nvPr/>
        </p:nvGrpSpPr>
        <p:grpSpPr>
          <a:xfrm>
            <a:off x="-22577" y="2"/>
            <a:ext cx="12282311" cy="1015999"/>
            <a:chOff x="-16933" y="1"/>
            <a:chExt cx="9211733" cy="1015999"/>
          </a:xfrm>
        </p:grpSpPr>
        <p:sp>
          <p:nvSpPr>
            <p:cNvPr id="5" name="Rectangle 4"/>
            <p:cNvSpPr/>
            <p:nvPr userDrawn="1"/>
          </p:nvSpPr>
          <p:spPr bwMode="auto">
            <a:xfrm>
              <a:off x="-16933" y="1"/>
              <a:ext cx="9194800" cy="931332"/>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6" name="Rectangle 5"/>
            <p:cNvSpPr/>
            <p:nvPr userDrawn="1"/>
          </p:nvSpPr>
          <p:spPr bwMode="auto">
            <a:xfrm>
              <a:off x="0" y="931335"/>
              <a:ext cx="9194800" cy="84665"/>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graphicFrame>
        <p:nvGraphicFramePr>
          <p:cNvPr id="7" name="Chart 6"/>
          <p:cNvGraphicFramePr/>
          <p:nvPr/>
        </p:nvGraphicFramePr>
        <p:xfrm>
          <a:off x="1930400" y="1828800"/>
          <a:ext cx="8128000" cy="4064000"/>
        </p:xfrm>
        <a:graphic>
          <a:graphicData uri="http://schemas.openxmlformats.org/drawingml/2006/chart">
            <c:chart xmlns:c="http://schemas.openxmlformats.org/drawingml/2006/chart" xmlns:r="http://schemas.openxmlformats.org/officeDocument/2006/relationships" r:id="rId2"/>
          </a:graphicData>
        </a:graphic>
      </p:graphicFrame>
      <p:sp>
        <p:nvSpPr>
          <p:cNvPr id="8" name="Title 9"/>
          <p:cNvSpPr>
            <a:spLocks noGrp="1"/>
          </p:cNvSpPr>
          <p:nvPr>
            <p:ph type="title"/>
          </p:nvPr>
        </p:nvSpPr>
        <p:spPr>
          <a:xfrm>
            <a:off x="0" y="135467"/>
            <a:ext cx="12192000" cy="694267"/>
          </a:xfrm>
          <a:noFill/>
          <a:ln>
            <a:noFill/>
          </a:ln>
          <a:effectLst/>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2698771875"/>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5_Custom Layout">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7022FF3C-310F-4809-A5BE-BC5BA8AA108D}" type="slidenum">
              <a:rPr lang="en-US" smtClean="0"/>
              <a:t>‹#›</a:t>
            </a:fld>
            <a:endParaRPr lang="en-US" dirty="0"/>
          </a:p>
        </p:txBody>
      </p:sp>
      <p:grpSp>
        <p:nvGrpSpPr>
          <p:cNvPr id="4" name="Group 3"/>
          <p:cNvGrpSpPr/>
          <p:nvPr/>
        </p:nvGrpSpPr>
        <p:grpSpPr>
          <a:xfrm>
            <a:off x="-22576" y="4"/>
            <a:ext cx="12282311" cy="1015999"/>
            <a:chOff x="-16933" y="1"/>
            <a:chExt cx="9211733" cy="1015999"/>
          </a:xfrm>
        </p:grpSpPr>
        <p:sp>
          <p:nvSpPr>
            <p:cNvPr id="5" name="Rectangle 4"/>
            <p:cNvSpPr/>
            <p:nvPr userDrawn="1"/>
          </p:nvSpPr>
          <p:spPr bwMode="auto">
            <a:xfrm>
              <a:off x="-16933" y="1"/>
              <a:ext cx="9194800" cy="931332"/>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6" name="Rectangle 5"/>
            <p:cNvSpPr/>
            <p:nvPr userDrawn="1"/>
          </p:nvSpPr>
          <p:spPr bwMode="auto">
            <a:xfrm>
              <a:off x="0" y="931335"/>
              <a:ext cx="9194800" cy="84665"/>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7" name="Content Placeholder 2"/>
          <p:cNvSpPr>
            <a:spLocks noGrp="1"/>
          </p:cNvSpPr>
          <p:nvPr>
            <p:ph idx="1"/>
          </p:nvPr>
        </p:nvSpPr>
        <p:spPr>
          <a:xfrm>
            <a:off x="609600" y="1828801"/>
            <a:ext cx="10972800" cy="4297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9"/>
          <p:cNvSpPr>
            <a:spLocks noGrp="1"/>
          </p:cNvSpPr>
          <p:nvPr>
            <p:ph type="title"/>
          </p:nvPr>
        </p:nvSpPr>
        <p:spPr>
          <a:xfrm>
            <a:off x="0" y="135467"/>
            <a:ext cx="12192000" cy="694267"/>
          </a:xfrm>
          <a:noFill/>
          <a:ln>
            <a:noFill/>
          </a:ln>
          <a:effectLst/>
        </p:spPr>
        <p:txBody>
          <a:bodyPr/>
          <a:lstStyle>
            <a:lvl1pPr>
              <a:defRPr>
                <a:solidFill>
                  <a:schemeClr val="bg1"/>
                </a:solidFill>
              </a:defRPr>
            </a:lvl1pPr>
          </a:lstStyle>
          <a:p>
            <a:r>
              <a:rPr lang="en-US"/>
              <a:t>Click to edit Master title style</a:t>
            </a:r>
          </a:p>
        </p:txBody>
      </p:sp>
    </p:spTree>
    <p:extLst>
      <p:ext uri="{BB962C8B-B14F-4D97-AF65-F5344CB8AC3E}">
        <p14:creationId xmlns:p14="http://schemas.microsoft.com/office/powerpoint/2010/main" val="3260662139"/>
      </p:ext>
    </p:extLst>
  </p:cSld>
  <p:clrMapOvr>
    <a:masterClrMapping/>
  </p:clrMapOvr>
  <p:hf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8367E-171D-4F02-854A-86982069072A}"/>
              </a:ext>
            </a:extLst>
          </p:cNvPr>
          <p:cNvSpPr>
            <a:spLocks noGrp="1"/>
          </p:cNvSpPr>
          <p:nvPr>
            <p:ph type="title"/>
          </p:nvPr>
        </p:nvSpPr>
        <p:spPr/>
        <p:txBody>
          <a:bodyPr/>
          <a:lstStyle/>
          <a:p>
            <a:r>
              <a:rPr lang="en-US"/>
              <a:t>Click to edit Master title style</a:t>
            </a:r>
          </a:p>
        </p:txBody>
      </p:sp>
      <p:sp>
        <p:nvSpPr>
          <p:cNvPr id="10" name="Slide Number Placeholder 5">
            <a:extLst>
              <a:ext uri="{FF2B5EF4-FFF2-40B4-BE49-F238E27FC236}">
                <a16:creationId xmlns:a16="http://schemas.microsoft.com/office/drawing/2014/main" id="{CEB45D1C-3664-40B8-A5D0-E8CCF94E9716}"/>
              </a:ext>
            </a:extLst>
          </p:cNvPr>
          <p:cNvSpPr>
            <a:spLocks noGrp="1"/>
          </p:cNvSpPr>
          <p:nvPr>
            <p:ph type="sldNum" sz="quarter" idx="12"/>
          </p:nvPr>
        </p:nvSpPr>
        <p:spPr>
          <a:xfrm>
            <a:off x="10275063" y="55601"/>
            <a:ext cx="1765676" cy="252626"/>
          </a:xfrm>
          <a:prstGeom prst="rect">
            <a:avLst/>
          </a:prstGeom>
          <a:ln>
            <a:noFill/>
          </a:ln>
        </p:spPr>
        <p:txBody>
          <a:bodyPr/>
          <a:lstStyle>
            <a:lvl1pPr algn="r">
              <a:defRPr sz="1200">
                <a:solidFill>
                  <a:schemeClr val="bg1">
                    <a:lumMod val="50000"/>
                  </a:schemeClr>
                </a:solidFill>
              </a:defRPr>
            </a:lvl1pPr>
          </a:lstStyle>
          <a:p>
            <a:r>
              <a:rPr lang="en-US" dirty="0">
                <a:latin typeface="Arial" pitchFamily="34" charset="0"/>
              </a:rPr>
              <a:t>| </a:t>
            </a:r>
            <a:fld id="{295008BC-DA31-4D19-837B-EFA4386B05F5}" type="slidenum">
              <a:rPr lang="en-US" smtClean="0">
                <a:latin typeface="Arial" pitchFamily="34" charset="0"/>
              </a:rPr>
              <a:pPr/>
              <a:t>‹#›</a:t>
            </a:fld>
            <a:r>
              <a:rPr lang="en-US" dirty="0">
                <a:latin typeface="Arial" pitchFamily="34" charset="0"/>
              </a:rPr>
              <a:t> |</a:t>
            </a:r>
            <a:r>
              <a:rPr lang="en-US" dirty="0">
                <a:latin typeface="Arial" pitchFamily="34" charset="0"/>
                <a:ea typeface="Verdana" pitchFamily="34" charset="0"/>
                <a:cs typeface="Verdana" pitchFamily="34" charset="0"/>
              </a:rPr>
              <a:t> </a:t>
            </a:r>
          </a:p>
        </p:txBody>
      </p:sp>
      <p:sp>
        <p:nvSpPr>
          <p:cNvPr id="27" name="Content Placeholder 2">
            <a:extLst>
              <a:ext uri="{FF2B5EF4-FFF2-40B4-BE49-F238E27FC236}">
                <a16:creationId xmlns:a16="http://schemas.microsoft.com/office/drawing/2014/main" id="{21B5798F-7C8C-4E94-A893-98CD67123E35}"/>
              </a:ext>
            </a:extLst>
          </p:cNvPr>
          <p:cNvSpPr>
            <a:spLocks noGrp="1"/>
          </p:cNvSpPr>
          <p:nvPr>
            <p:ph sz="half" idx="1"/>
          </p:nvPr>
        </p:nvSpPr>
        <p:spPr>
          <a:xfrm>
            <a:off x="838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Click to 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
        <p:nvSpPr>
          <p:cNvPr id="28" name="Content Placeholder 3">
            <a:extLst>
              <a:ext uri="{FF2B5EF4-FFF2-40B4-BE49-F238E27FC236}">
                <a16:creationId xmlns:a16="http://schemas.microsoft.com/office/drawing/2014/main" id="{954E8937-EB90-491E-8DAA-A4A45595C849}"/>
              </a:ext>
            </a:extLst>
          </p:cNvPr>
          <p:cNvSpPr>
            <a:spLocks noGrp="1"/>
          </p:cNvSpPr>
          <p:nvPr>
            <p:ph sz="half" idx="2"/>
          </p:nvPr>
        </p:nvSpPr>
        <p:spPr>
          <a:xfrm>
            <a:off x="6172200" y="1517281"/>
            <a:ext cx="5181600" cy="4351338"/>
          </a:xfrm>
        </p:spPr>
        <p:txBody>
          <a:bodyPr/>
          <a:lstStyle>
            <a:lvl1pPr>
              <a:defRPr/>
            </a:lvl1pPr>
            <a:lvl2pPr>
              <a:defRPr/>
            </a:lvl2pPr>
            <a:lvl3pPr>
              <a:defRPr/>
            </a:lvl3pPr>
          </a:lstStyle>
          <a:p>
            <a:pPr marL="308269" lvl="0" indent="-308269" defTabSz="1216185">
              <a:spcBef>
                <a:spcPts val="0"/>
              </a:spcBef>
              <a:spcAft>
                <a:spcPts val="798"/>
              </a:spcAft>
              <a:buClr>
                <a:schemeClr val="tx2"/>
              </a:buClr>
              <a:buSzPct val="120000"/>
              <a:buFont typeface="Wingdings" pitchFamily="2" charset="2"/>
              <a:buChar char="§"/>
            </a:pPr>
            <a:r>
              <a:rPr lang="en-US"/>
              <a:t>Click to edit Master text styles</a:t>
            </a:r>
          </a:p>
          <a:p>
            <a:pPr marL="308269" lvl="1" indent="-308269" defTabSz="1216185">
              <a:spcBef>
                <a:spcPts val="0"/>
              </a:spcBef>
              <a:spcAft>
                <a:spcPts val="798"/>
              </a:spcAft>
              <a:buClr>
                <a:schemeClr val="tx2"/>
              </a:buClr>
              <a:buSzPct val="120000"/>
              <a:buFont typeface="Wingdings" pitchFamily="2" charset="2"/>
              <a:buChar char="§"/>
            </a:pPr>
            <a:r>
              <a:rPr lang="en-US"/>
              <a:t>Second level</a:t>
            </a:r>
          </a:p>
          <a:p>
            <a:pPr marL="308269" lvl="2" indent="-308269" defTabSz="1216185">
              <a:spcBef>
                <a:spcPts val="0"/>
              </a:spcBef>
              <a:spcAft>
                <a:spcPts val="798"/>
              </a:spcAft>
              <a:buClr>
                <a:schemeClr val="tx2"/>
              </a:buClr>
              <a:buSzPct val="120000"/>
              <a:buFont typeface="Wingdings" pitchFamily="2" charset="2"/>
              <a:buChar char="§"/>
            </a:pPr>
            <a:r>
              <a:rPr lang="en-US"/>
              <a:t>Third level</a:t>
            </a:r>
          </a:p>
        </p:txBody>
      </p:sp>
    </p:spTree>
    <p:extLst>
      <p:ext uri="{BB962C8B-B14F-4D97-AF65-F5344CB8AC3E}">
        <p14:creationId xmlns:p14="http://schemas.microsoft.com/office/powerpoint/2010/main" val="8273501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812800" y="274638"/>
            <a:ext cx="10972800" cy="868362"/>
          </a:xfrm>
          <a:prstGeom prst="rect">
            <a:avLst/>
          </a:prstGeom>
        </p:spPr>
        <p:txBody>
          <a:bodyPr vert="horz" lIns="91440" tIns="45720" rIns="91440" bIns="45720" rtlCol="0" anchor="ctr" anchorCtr="0">
            <a:normAutofit/>
          </a:bodyPr>
          <a:lstStyle>
            <a:lvl1pPr>
              <a:lnSpc>
                <a:spcPts val="3200"/>
              </a:lnSpc>
              <a:defRPr lang="en-US"/>
            </a:lvl1pPr>
          </a:lstStyle>
          <a:p>
            <a:r>
              <a:rPr lang="en-US"/>
              <a:t>Click to edit Master title style</a:t>
            </a:r>
          </a:p>
        </p:txBody>
      </p:sp>
      <p:sp>
        <p:nvSpPr>
          <p:cNvPr id="8" name="Text Placeholder 2"/>
          <p:cNvSpPr>
            <a:spLocks noGrp="1"/>
          </p:cNvSpPr>
          <p:nvPr>
            <p:ph idx="1"/>
          </p:nvPr>
        </p:nvSpPr>
        <p:spPr>
          <a:xfrm>
            <a:off x="812800" y="1447800"/>
            <a:ext cx="10972800" cy="4678363"/>
          </a:xfrm>
          <a:prstGeom prst="rect">
            <a:avLst/>
          </a:prstGeom>
        </p:spPr>
        <p:txBody>
          <a:bodyPr vert="horz" lIns="91440" tIns="45720" rIns="91440" bIns="45720" rtlCol="0">
            <a:normAutofit/>
          </a:bodyPr>
          <a:lstStyle>
            <a:lvl1pPr>
              <a:spcAft>
                <a:spcPts val="600"/>
              </a:spcAft>
              <a:defRPr lang="en-US" smtClean="0"/>
            </a:lvl1pPr>
            <a:lvl2pPr>
              <a:spcAft>
                <a:spcPts val="600"/>
              </a:spcAft>
              <a:defRPr lang="en-US" smtClean="0"/>
            </a:lvl2pPr>
            <a:lvl3pPr>
              <a:spcAft>
                <a:spcPts val="600"/>
              </a:spcAft>
              <a:defRPr lang="en-US" smtClean="0"/>
            </a:lvl3pPr>
            <a:lvl4pPr marL="1027113" indent="-280988">
              <a:buClr>
                <a:schemeClr val="tx2"/>
              </a:buClr>
              <a:defRPr lang="en-US" smtClean="0"/>
            </a:lvl4pPr>
            <a:lvl5pPr marL="1319213" indent="-228600">
              <a:buClr>
                <a:schemeClr val="tx2"/>
              </a:buClr>
              <a:buSzPct val="60000"/>
              <a:buFont typeface="Wingdings" pitchFamily="2" charset="2"/>
              <a:buChar char="q"/>
              <a:tabLst/>
              <a:defRPr lang="en-US" smtClean="0"/>
            </a:lvl5pPr>
            <a:lvl6pPr marL="1608138" indent="-228600">
              <a:buClr>
                <a:schemeClr val="tx2"/>
              </a:buClr>
              <a:buFont typeface="Helvetica LT Std" pitchFamily="34" charset="0"/>
              <a:buChar char="–"/>
              <a:tabLst/>
              <a:defRPr lang="en-US" smtClean="0"/>
            </a:lvl6pPr>
          </a:lstStyle>
          <a:p>
            <a:pPr lvl="0"/>
            <a:r>
              <a:rPr lang="en-US"/>
              <a:t>Click to edit Master text styles</a:t>
            </a:r>
          </a:p>
        </p:txBody>
      </p:sp>
    </p:spTree>
    <p:extLst>
      <p:ext uri="{BB962C8B-B14F-4D97-AF65-F5344CB8AC3E}">
        <p14:creationId xmlns:p14="http://schemas.microsoft.com/office/powerpoint/2010/main" val="296650909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grpSp>
        <p:nvGrpSpPr>
          <p:cNvPr id="4" name="Group 3"/>
          <p:cNvGrpSpPr/>
          <p:nvPr userDrawn="1"/>
        </p:nvGrpSpPr>
        <p:grpSpPr>
          <a:xfrm>
            <a:off x="-22576" y="4"/>
            <a:ext cx="12282311" cy="1015999"/>
            <a:chOff x="-16933" y="1"/>
            <a:chExt cx="9211733" cy="1015999"/>
          </a:xfrm>
        </p:grpSpPr>
        <p:sp>
          <p:nvSpPr>
            <p:cNvPr id="5" name="Rectangle 4"/>
            <p:cNvSpPr/>
            <p:nvPr userDrawn="1"/>
          </p:nvSpPr>
          <p:spPr bwMode="auto">
            <a:xfrm>
              <a:off x="-16933" y="1"/>
              <a:ext cx="9194800" cy="931332"/>
            </a:xfrm>
            <a:prstGeom prst="rect">
              <a:avLst/>
            </a:prstGeom>
            <a:solidFill>
              <a:srgbClr val="084A9C"/>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sp>
          <p:nvSpPr>
            <p:cNvPr id="6" name="Rectangle 5"/>
            <p:cNvSpPr/>
            <p:nvPr userDrawn="1"/>
          </p:nvSpPr>
          <p:spPr bwMode="auto">
            <a:xfrm>
              <a:off x="0" y="931335"/>
              <a:ext cx="9194800" cy="84665"/>
            </a:xfrm>
            <a:prstGeom prst="rect">
              <a:avLst/>
            </a:prstGeom>
            <a:solidFill>
              <a:srgbClr val="FFD004"/>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eaLnBrk="0" fontAlgn="base" hangingPunct="0">
                <a:lnSpc>
                  <a:spcPts val="2500"/>
                </a:lnSpc>
                <a:spcBef>
                  <a:spcPct val="0"/>
                </a:spcBef>
                <a:spcAft>
                  <a:spcPts val="1000"/>
                </a:spcAft>
                <a:buClr>
                  <a:srgbClr val="FDAA03"/>
                </a:buClr>
              </a:pPr>
              <a:endParaRPr lang="en-US" sz="1800" b="1" dirty="0">
                <a:solidFill>
                  <a:prstClr val="black"/>
                </a:solidFill>
                <a:latin typeface="Arial" charset="0"/>
              </a:endParaRPr>
            </a:p>
          </p:txBody>
        </p:sp>
      </p:grpSp>
      <p:sp>
        <p:nvSpPr>
          <p:cNvPr id="7" name="Content Placeholder 2"/>
          <p:cNvSpPr>
            <a:spLocks noGrp="1"/>
          </p:cNvSpPr>
          <p:nvPr>
            <p:ph idx="1"/>
          </p:nvPr>
        </p:nvSpPr>
        <p:spPr>
          <a:xfrm>
            <a:off x="609600" y="1828801"/>
            <a:ext cx="10972800" cy="4297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9"/>
          <p:cNvSpPr>
            <a:spLocks noGrp="1"/>
          </p:cNvSpPr>
          <p:nvPr>
            <p:ph type="title"/>
          </p:nvPr>
        </p:nvSpPr>
        <p:spPr>
          <a:xfrm>
            <a:off x="0" y="135467"/>
            <a:ext cx="12192000" cy="694267"/>
          </a:xfrm>
          <a:noFill/>
          <a:ln>
            <a:noFill/>
          </a:ln>
          <a:effectLst/>
        </p:spPr>
        <p:txBody>
          <a:bodyPr/>
          <a:lstStyle>
            <a:lvl1pPr>
              <a:defRPr>
                <a:solidFill>
                  <a:schemeClr val="bg1"/>
                </a:solidFill>
              </a:defRPr>
            </a:lvl1pPr>
          </a:lstStyle>
          <a:p>
            <a:r>
              <a:rPr lang="en-US"/>
              <a:t>Click to edit Master title style</a:t>
            </a:r>
          </a:p>
        </p:txBody>
      </p:sp>
      <p:sp>
        <p:nvSpPr>
          <p:cNvPr id="9" name="Slide Number Placeholder 3">
            <a:extLst>
              <a:ext uri="{FF2B5EF4-FFF2-40B4-BE49-F238E27FC236}">
                <a16:creationId xmlns:a16="http://schemas.microsoft.com/office/drawing/2014/main" id="{F0F7BE59-E874-4E09-9552-3D0606009E3E}"/>
              </a:ext>
            </a:extLst>
          </p:cNvPr>
          <p:cNvSpPr>
            <a:spLocks noGrp="1"/>
          </p:cNvSpPr>
          <p:nvPr>
            <p:ph type="sldNum" sz="quarter" idx="12"/>
          </p:nvPr>
        </p:nvSpPr>
        <p:spPr>
          <a:xfrm>
            <a:off x="8737600" y="6356351"/>
            <a:ext cx="2844800" cy="365125"/>
          </a:xfrm>
          <a:prstGeom prst="rect">
            <a:avLst/>
          </a:prstGeom>
        </p:spPr>
        <p:txBody>
          <a:bodyPr/>
          <a:lstStyle>
            <a:lvl1pPr marL="228600" indent="-228600">
              <a:buFont typeface="+mj-lt"/>
              <a:buAutoNum type="arabicPeriod"/>
              <a:defRPr/>
            </a:lvl1pPr>
          </a:lstStyle>
          <a:p>
            <a:pPr marL="0" indent="0">
              <a:buFont typeface="+mj-lt"/>
              <a:buNone/>
            </a:pPr>
            <a:r>
              <a:rPr lang="en-US" dirty="0"/>
              <a:t>1</a:t>
            </a:r>
          </a:p>
        </p:txBody>
      </p:sp>
    </p:spTree>
    <p:extLst>
      <p:ext uri="{BB962C8B-B14F-4D97-AF65-F5344CB8AC3E}">
        <p14:creationId xmlns:p14="http://schemas.microsoft.com/office/powerpoint/2010/main" val="125602492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F5027-5042-6794-7ECA-7B729DB78BA9}"/>
              </a:ext>
            </a:extLst>
          </p:cNvPr>
          <p:cNvSpPr>
            <a:spLocks noGrp="1"/>
          </p:cNvSpPr>
          <p:nvPr>
            <p:ph type="title"/>
          </p:nvPr>
        </p:nvSpPr>
        <p:spPr>
          <a:xfrm>
            <a:off x="838202" y="365125"/>
            <a:ext cx="10515600" cy="1325563"/>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9718442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37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2.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1.jpe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theme" Target="../theme/theme3.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41.xml"/><Relationship Id="rId1"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A5C9F1-E6C1-4461-9895-6819D70167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66C339-5596-450C-85BC-D7D4FFC9FA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4B0DC3-363C-4292-940C-E3713D3280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6E2AAB35-8808-4E90-B65A-E3E993AC225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78E519E0-C902-408F-BAF9-85B847AEE50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227B7D-D5B6-4021-8B10-31A8CB86A2D5}" type="slidenum">
              <a:rPr lang="en-US" smtClean="0"/>
              <a:t>‹#›</a:t>
            </a:fld>
            <a:endParaRPr lang="en-US" dirty="0"/>
          </a:p>
        </p:txBody>
      </p:sp>
    </p:spTree>
    <p:extLst>
      <p:ext uri="{BB962C8B-B14F-4D97-AF65-F5344CB8AC3E}">
        <p14:creationId xmlns:p14="http://schemas.microsoft.com/office/powerpoint/2010/main" val="230678921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 y="621594"/>
            <a:ext cx="12191999" cy="1325563"/>
          </a:xfrm>
          <a:prstGeom prst="rect">
            <a:avLst/>
          </a:prstGeom>
          <a:solidFill>
            <a:srgbClr val="002060"/>
          </a:solidFill>
        </p:spPr>
        <p:txBody>
          <a:bodyPr vert="horz" lIns="91440" tIns="45720" rIns="91440" bIns="45720" rtlCol="0" anchor="ctr">
            <a:normAutofit/>
          </a:bodyPr>
          <a:lstStyle/>
          <a:p>
            <a:r>
              <a:rPr lang="en-US"/>
              <a:t>Click to edit Master title style</a:t>
            </a:r>
          </a:p>
        </p:txBody>
      </p:sp>
      <p:cxnSp>
        <p:nvCxnSpPr>
          <p:cNvPr id="8" name="Straight Connector 7"/>
          <p:cNvCxnSpPr/>
          <p:nvPr userDrawn="1"/>
        </p:nvCxnSpPr>
        <p:spPr>
          <a:xfrm>
            <a:off x="0" y="1959377"/>
            <a:ext cx="12192000" cy="0"/>
          </a:xfrm>
          <a:prstGeom prst="line">
            <a:avLst/>
          </a:prstGeom>
          <a:ln w="76200"/>
        </p:spPr>
        <p:style>
          <a:lnRef idx="1">
            <a:schemeClr val="accent4"/>
          </a:lnRef>
          <a:fillRef idx="0">
            <a:schemeClr val="accent4"/>
          </a:fillRef>
          <a:effectRef idx="0">
            <a:schemeClr val="accent4"/>
          </a:effectRef>
          <a:fontRef idx="minor">
            <a:schemeClr val="tx1"/>
          </a:fontRef>
        </p:style>
      </p:cxnSp>
      <p:pic>
        <p:nvPicPr>
          <p:cNvPr id="14" name="Picture 13"/>
          <p:cNvPicPr>
            <a:picLocks noChangeAspect="1"/>
          </p:cNvPicPr>
          <p:nvPr userDrawn="1"/>
        </p:nvPicPr>
        <p:blipFill>
          <a:blip r:embed="rId11" cstate="print">
            <a:extLst>
              <a:ext uri="{28A0092B-C50C-407E-A947-70E740481C1C}">
                <a14:useLocalDpi xmlns:a14="http://schemas.microsoft.com/office/drawing/2010/main" val="0"/>
              </a:ext>
            </a:extLst>
          </a:blip>
          <a:stretch>
            <a:fillRect/>
          </a:stretch>
        </p:blipFill>
        <p:spPr>
          <a:xfrm>
            <a:off x="141514" y="113500"/>
            <a:ext cx="1037772" cy="311950"/>
          </a:xfrm>
          <a:prstGeom prst="rect">
            <a:avLst/>
          </a:prstGeom>
        </p:spPr>
      </p:pic>
      <p:pic>
        <p:nvPicPr>
          <p:cNvPr id="16" name="Picture 15" descr="Title page of a Patients over Paperwork presentation. Image displays female provider talking to a male patient with a medical record under her hand that is resting on a table." title="Agency Wide Efforts to  Reduce Burden"/>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a:off x="0" y="2274430"/>
            <a:ext cx="7743819" cy="4176108"/>
          </a:xfrm>
          <a:prstGeom prst="rect">
            <a:avLst/>
          </a:prstGeom>
        </p:spPr>
      </p:pic>
    </p:spTree>
    <p:extLst>
      <p:ext uri="{BB962C8B-B14F-4D97-AF65-F5344CB8AC3E}">
        <p14:creationId xmlns:p14="http://schemas.microsoft.com/office/powerpoint/2010/main" val="3648166729"/>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6285"/>
            <a:ext cx="12192000" cy="1143000"/>
          </a:xfrm>
          <a:prstGeom prst="rect">
            <a:avLst/>
          </a:prstGeom>
          <a:solidFill>
            <a:srgbClr val="0F4B9A"/>
          </a:solidFill>
          <a:effectLst>
            <a:outerShdw dist="76200" dir="5400000" algn="t" rotWithShape="0">
              <a:srgbClr val="FFC000"/>
            </a:outerShdw>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227B7D-D5B6-4021-8B10-31A8CB86A2D5}" type="slidenum">
              <a:rPr lang="en-US" smtClean="0"/>
              <a:t>‹#›</a:t>
            </a:fld>
            <a:endParaRPr lang="en-US" dirty="0"/>
          </a:p>
        </p:txBody>
      </p:sp>
      <p:cxnSp>
        <p:nvCxnSpPr>
          <p:cNvPr id="9" name="Straight Connector 8" descr="Artifact">
            <a:extLst>
              <a:ext uri="{FF2B5EF4-FFF2-40B4-BE49-F238E27FC236}">
                <a16:creationId xmlns:a16="http://schemas.microsoft.com/office/drawing/2014/main" id="{BA23D09F-D995-4795-93CA-B00D94D31466}"/>
              </a:ext>
            </a:extLst>
          </p:cNvPr>
          <p:cNvCxnSpPr>
            <a:cxnSpLocks/>
          </p:cNvCxnSpPr>
          <p:nvPr userDrawn="1"/>
        </p:nvCxnSpPr>
        <p:spPr bwMode="auto">
          <a:xfrm>
            <a:off x="616449" y="1242752"/>
            <a:ext cx="11236720" cy="0"/>
          </a:xfrm>
          <a:prstGeom prst="line">
            <a:avLst/>
          </a:prstGeom>
          <a:solidFill>
            <a:srgbClr val="FFCC99"/>
          </a:solidFill>
          <a:ln w="12700" cap="flat" cmpd="sng" algn="ctr">
            <a:solidFill>
              <a:schemeClr val="bg1">
                <a:lumMod val="50000"/>
              </a:schemeClr>
            </a:solidFill>
            <a:prstDash val="solid"/>
            <a:round/>
            <a:headEnd type="none" w="med" len="med"/>
            <a:tailEnd type="none" w="med" len="med"/>
          </a:ln>
          <a:effectLst/>
        </p:spPr>
      </p:cxnSp>
    </p:spTree>
    <p:extLst>
      <p:ext uri="{BB962C8B-B14F-4D97-AF65-F5344CB8AC3E}">
        <p14:creationId xmlns:p14="http://schemas.microsoft.com/office/powerpoint/2010/main" val="169928362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7" r:id="rId16"/>
    <p:sldLayoutId id="2147483660" r:id="rId17"/>
    <p:sldLayoutId id="2147483670" r:id="rId18"/>
    <p:sldLayoutId id="2147483696" r:id="rId19"/>
  </p:sldLayoutIdLst>
  <p:hf hdr="0" ftr="0" dt="0"/>
  <p:txStyles>
    <p:titleStyle>
      <a:lvl1pPr algn="ctr" defTabSz="914400" rtl="0" eaLnBrk="1" latinLnBrk="0" hangingPunct="1">
        <a:spcBef>
          <a:spcPct val="0"/>
        </a:spcBef>
        <a:buNone/>
        <a:defRPr sz="4000" b="1" i="0" u="none"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200" b="1"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000" b="0" i="0" u="none" kern="1200">
          <a:solidFill>
            <a:schemeClr val="tx1"/>
          </a:solidFill>
          <a:latin typeface="+mn-lt"/>
          <a:ea typeface="+mn-ea"/>
          <a:cs typeface="+mn-cs"/>
        </a:defRPr>
      </a:lvl2pPr>
      <a:lvl3pPr marL="1143000" indent="-228600" algn="l" defTabSz="914400" rtl="0" eaLnBrk="1" latinLnBrk="0" hangingPunct="1">
        <a:spcBef>
          <a:spcPct val="200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1454599"/>
      </p:ext>
    </p:extLst>
  </p:cSld>
  <p:clrMap bg1="lt1" tx1="dk1" bg2="lt2" tx2="dk2" accent1="accent1" accent2="accent2" accent3="accent3" accent4="accent4" accent5="accent5" accent6="accent6" hlink="hlink" folHlink="folHlink"/>
  <p:sldLayoutIdLst>
    <p:sldLayoutId id="2147483739" r:id="rId1"/>
    <p:sldLayoutId id="2147483740" r:id="rId2"/>
  </p:sldLayoutIdLst>
  <p:hf hdr="0" dt="0"/>
  <p:txStyles>
    <p:titleStyle>
      <a:lvl1pPr algn="l" defTabSz="914411" rtl="0" eaLnBrk="1" latinLnBrk="0" hangingPunct="1">
        <a:lnSpc>
          <a:spcPct val="90000"/>
        </a:lnSpc>
        <a:spcBef>
          <a:spcPct val="0"/>
        </a:spcBef>
        <a:buNone/>
        <a:defRPr lang="en-US" sz="3200" b="1" i="0" kern="1200" cap="none" baseline="0" dirty="0">
          <a:solidFill>
            <a:schemeClr val="tx2"/>
          </a:solidFill>
          <a:latin typeface="+mn-lt"/>
          <a:ea typeface="+mj-ea"/>
          <a:cs typeface="Arial Narrow" charset="0"/>
        </a:defRPr>
      </a:lvl1pPr>
    </p:titleStyle>
    <p:bodyStyle>
      <a:lvl1pPr marL="0" indent="0" algn="l" defTabSz="914411" rtl="0" eaLnBrk="1" latinLnBrk="0" hangingPunct="1">
        <a:lnSpc>
          <a:spcPct val="90000"/>
        </a:lnSpc>
        <a:spcBef>
          <a:spcPts val="1001"/>
        </a:spcBef>
        <a:buFontTx/>
        <a:buNone/>
        <a:defRPr lang="en-US" sz="2400" b="1" i="0" kern="1200" cap="none" baseline="0" dirty="0">
          <a:solidFill>
            <a:schemeClr val="tx2"/>
          </a:solidFill>
          <a:latin typeface="+mn-lt"/>
          <a:ea typeface="+mn-ea"/>
          <a:cs typeface="Arial Narrow" charset="0"/>
        </a:defRPr>
      </a:lvl1pPr>
      <a:lvl2pPr marL="0" indent="0" algn="l" defTabSz="914411" rtl="0" eaLnBrk="1" latinLnBrk="0" hangingPunct="1">
        <a:lnSpc>
          <a:spcPct val="90000"/>
        </a:lnSpc>
        <a:spcBef>
          <a:spcPts val="500"/>
        </a:spcBef>
        <a:spcAft>
          <a:spcPts val="500"/>
        </a:spcAft>
        <a:buFontTx/>
        <a:buNone/>
        <a:defRPr lang="en-US" sz="2400" b="0" i="0" kern="1200" baseline="0" dirty="0">
          <a:solidFill>
            <a:schemeClr val="tx2"/>
          </a:solidFill>
          <a:latin typeface="+mn-lt"/>
          <a:ea typeface="+mn-ea"/>
          <a:cs typeface="Arial Narrow" charset="0"/>
        </a:defRPr>
      </a:lvl2pPr>
      <a:lvl3pPr marL="349254" indent="-230191" algn="l" defTabSz="914411" rtl="0" eaLnBrk="1" latinLnBrk="0" hangingPunct="1">
        <a:lnSpc>
          <a:spcPct val="90000"/>
        </a:lnSpc>
        <a:spcBef>
          <a:spcPts val="500"/>
        </a:spcBef>
        <a:spcAft>
          <a:spcPts val="500"/>
        </a:spcAft>
        <a:buFont typeface="Wingdings" pitchFamily="2" charset="2"/>
        <a:buChar char="§"/>
        <a:tabLst/>
        <a:defRPr lang="en-US" sz="2400" b="0" i="0" kern="1200" baseline="0" dirty="0">
          <a:solidFill>
            <a:schemeClr val="tx2"/>
          </a:solidFill>
          <a:latin typeface="+mn-lt"/>
          <a:ea typeface="+mn-ea"/>
          <a:cs typeface="Arial Narrow" charset="0"/>
        </a:defRPr>
      </a:lvl3pPr>
      <a:lvl4pPr marL="579445" indent="-230191" algn="l" defTabSz="914411" rtl="0" eaLnBrk="1" latinLnBrk="0" hangingPunct="1">
        <a:lnSpc>
          <a:spcPct val="90000"/>
        </a:lnSpc>
        <a:spcBef>
          <a:spcPts val="500"/>
        </a:spcBef>
        <a:spcAft>
          <a:spcPts val="500"/>
        </a:spcAft>
        <a:buFont typeface="Wingdings" pitchFamily="2" charset="2"/>
        <a:buChar char="§"/>
        <a:tabLst/>
        <a:defRPr lang="en-US" sz="2201" b="0" i="0" kern="1200" baseline="0" dirty="0">
          <a:solidFill>
            <a:schemeClr val="tx2"/>
          </a:solidFill>
          <a:latin typeface="+mn-lt"/>
          <a:ea typeface="+mn-ea"/>
          <a:cs typeface="Arial Narrow" charset="0"/>
        </a:defRPr>
      </a:lvl4pPr>
      <a:lvl5pPr marL="800110" indent="-228604" algn="l" defTabSz="914411" rtl="0" eaLnBrk="1" latinLnBrk="0" hangingPunct="1">
        <a:lnSpc>
          <a:spcPct val="90000"/>
        </a:lnSpc>
        <a:spcBef>
          <a:spcPts val="500"/>
        </a:spcBef>
        <a:spcAft>
          <a:spcPts val="500"/>
        </a:spcAft>
        <a:buFont typeface="Wingdings" pitchFamily="2" charset="2"/>
        <a:buChar char="§"/>
        <a:tabLst/>
        <a:defRPr lang="en-US" sz="1801" b="0" i="0" kern="1200" baseline="0" dirty="0">
          <a:solidFill>
            <a:schemeClr val="tx2"/>
          </a:solidFill>
          <a:latin typeface="+mn-lt"/>
          <a:ea typeface="+mn-ea"/>
          <a:cs typeface="Arial Narrow" charset="0"/>
        </a:defRPr>
      </a:lvl5pPr>
      <a:lvl6pPr marL="2514632"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6pPr>
      <a:lvl7pPr marL="2971838" indent="-228604" algn="l" defTabSz="914411" rtl="0" eaLnBrk="1" latinLnBrk="0" hangingPunct="1">
        <a:lnSpc>
          <a:spcPct val="90000"/>
        </a:lnSpc>
        <a:spcBef>
          <a:spcPts val="500"/>
        </a:spcBef>
        <a:buFont typeface="Wingdings" pitchFamily="2" charset="2"/>
        <a:buChar char="§"/>
        <a:defRPr sz="1801" kern="1200">
          <a:solidFill>
            <a:schemeClr val="tx2"/>
          </a:solidFill>
          <a:latin typeface="+mn-lt"/>
          <a:ea typeface="+mn-ea"/>
          <a:cs typeface="+mn-cs"/>
        </a:defRPr>
      </a:lvl7pPr>
      <a:lvl8pPr marL="3429044"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8pPr>
      <a:lvl9pPr marL="3886249" indent="-228604" algn="l" defTabSz="914411" rtl="0" eaLnBrk="1" latinLnBrk="0" hangingPunct="1">
        <a:lnSpc>
          <a:spcPct val="90000"/>
        </a:lnSpc>
        <a:spcBef>
          <a:spcPts val="500"/>
        </a:spcBef>
        <a:buFont typeface="Arial" panose="020B0604020202020204" pitchFamily="34" charset="0"/>
        <a:buChar char="•"/>
        <a:defRPr sz="1801" kern="1200">
          <a:solidFill>
            <a:schemeClr val="tx1"/>
          </a:solidFill>
          <a:latin typeface="+mn-lt"/>
          <a:ea typeface="+mn-ea"/>
          <a:cs typeface="+mn-cs"/>
        </a:defRPr>
      </a:lvl9pPr>
    </p:bodyStyle>
    <p:otherStyle>
      <a:defPPr>
        <a:defRPr lang="en-US"/>
      </a:defPPr>
      <a:lvl1pPr marL="0" algn="l" defTabSz="914411" rtl="0" eaLnBrk="1" latinLnBrk="0" hangingPunct="1">
        <a:defRPr sz="1801" kern="1200">
          <a:solidFill>
            <a:schemeClr val="tx1"/>
          </a:solidFill>
          <a:latin typeface="+mn-lt"/>
          <a:ea typeface="+mn-ea"/>
          <a:cs typeface="+mn-cs"/>
        </a:defRPr>
      </a:lvl1pPr>
      <a:lvl2pPr marL="457206" algn="l" defTabSz="914411" rtl="0" eaLnBrk="1" latinLnBrk="0" hangingPunct="1">
        <a:defRPr sz="1801" kern="1200">
          <a:solidFill>
            <a:schemeClr val="tx1"/>
          </a:solidFill>
          <a:latin typeface="+mn-lt"/>
          <a:ea typeface="+mn-ea"/>
          <a:cs typeface="+mn-cs"/>
        </a:defRPr>
      </a:lvl2pPr>
      <a:lvl3pPr marL="914411" algn="l" defTabSz="914411" rtl="0" eaLnBrk="1" latinLnBrk="0" hangingPunct="1">
        <a:defRPr sz="1801" kern="1200">
          <a:solidFill>
            <a:schemeClr val="tx1"/>
          </a:solidFill>
          <a:latin typeface="+mn-lt"/>
          <a:ea typeface="+mn-ea"/>
          <a:cs typeface="+mn-cs"/>
        </a:defRPr>
      </a:lvl3pPr>
      <a:lvl4pPr marL="1371617" algn="l" defTabSz="914411" rtl="0" eaLnBrk="1" latinLnBrk="0" hangingPunct="1">
        <a:defRPr sz="1801" kern="1200">
          <a:solidFill>
            <a:schemeClr val="tx1"/>
          </a:solidFill>
          <a:latin typeface="+mn-lt"/>
          <a:ea typeface="+mn-ea"/>
          <a:cs typeface="+mn-cs"/>
        </a:defRPr>
      </a:lvl4pPr>
      <a:lvl5pPr marL="1828823" algn="l" defTabSz="914411" rtl="0" eaLnBrk="1" latinLnBrk="0" hangingPunct="1">
        <a:defRPr sz="1801" kern="1200">
          <a:solidFill>
            <a:schemeClr val="tx1"/>
          </a:solidFill>
          <a:latin typeface="+mn-lt"/>
          <a:ea typeface="+mn-ea"/>
          <a:cs typeface="+mn-cs"/>
        </a:defRPr>
      </a:lvl5pPr>
      <a:lvl6pPr marL="2286029" algn="l" defTabSz="914411" rtl="0" eaLnBrk="1" latinLnBrk="0" hangingPunct="1">
        <a:defRPr sz="1801" kern="1200">
          <a:solidFill>
            <a:schemeClr val="tx1"/>
          </a:solidFill>
          <a:latin typeface="+mn-lt"/>
          <a:ea typeface="+mn-ea"/>
          <a:cs typeface="+mn-cs"/>
        </a:defRPr>
      </a:lvl6pPr>
      <a:lvl7pPr marL="2743234" algn="l" defTabSz="914411" rtl="0" eaLnBrk="1" latinLnBrk="0" hangingPunct="1">
        <a:defRPr sz="1801" kern="1200">
          <a:solidFill>
            <a:schemeClr val="tx1"/>
          </a:solidFill>
          <a:latin typeface="+mn-lt"/>
          <a:ea typeface="+mn-ea"/>
          <a:cs typeface="+mn-cs"/>
        </a:defRPr>
      </a:lvl7pPr>
      <a:lvl8pPr marL="3200440" algn="l" defTabSz="914411" rtl="0" eaLnBrk="1" latinLnBrk="0" hangingPunct="1">
        <a:defRPr sz="1801" kern="1200">
          <a:solidFill>
            <a:schemeClr val="tx1"/>
          </a:solidFill>
          <a:latin typeface="+mn-lt"/>
          <a:ea typeface="+mn-ea"/>
          <a:cs typeface="+mn-cs"/>
        </a:defRPr>
      </a:lvl8pPr>
      <a:lvl9pPr marL="3657646" algn="l" defTabSz="914411" rtl="0" eaLnBrk="1" latinLnBrk="0" hangingPunct="1">
        <a:defRPr sz="180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F26B43"/>
          </p15:clr>
        </p15:guide>
        <p15:guide id="2" pos="3865">
          <p15:clr>
            <a:srgbClr val="F26B43"/>
          </p15:clr>
        </p15:guide>
        <p15:guide id="3" pos="7417">
          <p15:clr>
            <a:srgbClr val="F26B43"/>
          </p15:clr>
        </p15:guide>
        <p15:guide id="4" pos="265">
          <p15:clr>
            <a:srgbClr val="F26B43"/>
          </p15:clr>
        </p15:guide>
        <p15:guide id="5" orient="horz" pos="4104">
          <p15:clr>
            <a:srgbClr val="F26B43"/>
          </p15:clr>
        </p15:guide>
        <p15:guide id="6" orient="horz" pos="3888">
          <p15:clr>
            <a:srgbClr val="F26B43"/>
          </p15:clr>
        </p15:guide>
        <p15:guide id="7" orient="horz" pos="4200">
          <p15:clr>
            <a:srgbClr val="F26B43"/>
          </p15:clr>
        </p15:guide>
        <p15:guide id="8" orient="horz" pos="2160">
          <p15:clr>
            <a:srgbClr val="F26B43"/>
          </p15:clr>
        </p15:guide>
        <p15:guide id="9" orient="horz" pos="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495C315-D74E-4F6C-BF31-AC5E309099E0}"/>
              </a:ext>
            </a:extLst>
          </p:cNvPr>
          <p:cNvSpPr/>
          <p:nvPr/>
        </p:nvSpPr>
        <p:spPr>
          <a:xfrm>
            <a:off x="484267" y="1416994"/>
            <a:ext cx="6698491" cy="4050792"/>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Rounded Corners 5">
            <a:extLst>
              <a:ext uri="{FF2B5EF4-FFF2-40B4-BE49-F238E27FC236}">
                <a16:creationId xmlns:a16="http://schemas.microsoft.com/office/drawing/2014/main" id="{AD90B327-290F-4CD9-9CA0-843C9FDC6A00}"/>
              </a:ext>
            </a:extLst>
          </p:cNvPr>
          <p:cNvSpPr/>
          <p:nvPr/>
        </p:nvSpPr>
        <p:spPr>
          <a:xfrm>
            <a:off x="7485643" y="1417320"/>
            <a:ext cx="4152721" cy="4053034"/>
          </a:xfrm>
          <a:prstGeom prst="roundRect">
            <a:avLst/>
          </a:prstGeom>
          <a:solidFill>
            <a:schemeClr val="tx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6AD2BCB3-F8F1-4BF7-BE1C-A7663D361914}"/>
              </a:ext>
            </a:extLst>
          </p:cNvPr>
          <p:cNvSpPr/>
          <p:nvPr/>
        </p:nvSpPr>
        <p:spPr>
          <a:xfrm>
            <a:off x="7796321" y="1944422"/>
            <a:ext cx="3617309" cy="84082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cs typeface="Calibri"/>
              </a:rPr>
              <a:t>CDS Service (CRD) searches repository leveraging FHIR-based data</a:t>
            </a:r>
          </a:p>
        </p:txBody>
      </p:sp>
      <p:sp>
        <p:nvSpPr>
          <p:cNvPr id="8" name="Rectangle: Rounded Corners 7">
            <a:extLst>
              <a:ext uri="{FF2B5EF4-FFF2-40B4-BE49-F238E27FC236}">
                <a16:creationId xmlns:a16="http://schemas.microsoft.com/office/drawing/2014/main" id="{61E4298C-0674-4C94-A243-E0B5A0849C94}"/>
              </a:ext>
            </a:extLst>
          </p:cNvPr>
          <p:cNvSpPr/>
          <p:nvPr/>
        </p:nvSpPr>
        <p:spPr>
          <a:xfrm>
            <a:off x="7942888" y="3229124"/>
            <a:ext cx="1174303" cy="840721"/>
          </a:xfrm>
          <a:prstGeom prst="roundRect">
            <a:avLst/>
          </a:prstGeom>
          <a:solidFill>
            <a:srgbClr val="FFF2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cs typeface="Calibri"/>
              </a:rPr>
              <a:t>Repository API</a:t>
            </a:r>
          </a:p>
        </p:txBody>
      </p:sp>
      <p:sp>
        <p:nvSpPr>
          <p:cNvPr id="9" name="Rectangle: Rounded Corners 8">
            <a:extLst>
              <a:ext uri="{FF2B5EF4-FFF2-40B4-BE49-F238E27FC236}">
                <a16:creationId xmlns:a16="http://schemas.microsoft.com/office/drawing/2014/main" id="{A1DE51A5-03DB-47AB-94D2-D428C4658B1D}"/>
              </a:ext>
            </a:extLst>
          </p:cNvPr>
          <p:cNvSpPr/>
          <p:nvPr/>
        </p:nvSpPr>
        <p:spPr>
          <a:xfrm>
            <a:off x="701953" y="2022097"/>
            <a:ext cx="2869258" cy="996696"/>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cs typeface="Calibri"/>
              </a:rPr>
              <a:t>Device, service, or medication order: CDS hook triggers query </a:t>
            </a:r>
          </a:p>
        </p:txBody>
      </p:sp>
      <p:sp>
        <p:nvSpPr>
          <p:cNvPr id="10" name="Rectangle: Rounded Corners 9">
            <a:extLst>
              <a:ext uri="{FF2B5EF4-FFF2-40B4-BE49-F238E27FC236}">
                <a16:creationId xmlns:a16="http://schemas.microsoft.com/office/drawing/2014/main" id="{1AF39748-6C81-47EF-95F6-6A006E8D7EF0}"/>
              </a:ext>
            </a:extLst>
          </p:cNvPr>
          <p:cNvSpPr/>
          <p:nvPr/>
        </p:nvSpPr>
        <p:spPr>
          <a:xfrm>
            <a:off x="4050115" y="1968307"/>
            <a:ext cx="2871216" cy="993897"/>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cs typeface="Calibri"/>
              </a:rPr>
              <a:t>Invokes CDS Service (CRD) &amp; sends pre-fetch FHIR data including order information </a:t>
            </a:r>
          </a:p>
        </p:txBody>
      </p:sp>
      <p:sp>
        <p:nvSpPr>
          <p:cNvPr id="11" name="Rectangle: Rounded Corners 10">
            <a:extLst>
              <a:ext uri="{FF2B5EF4-FFF2-40B4-BE49-F238E27FC236}">
                <a16:creationId xmlns:a16="http://schemas.microsoft.com/office/drawing/2014/main" id="{1F2A57B2-FB10-419C-B274-F24B2096CD9A}"/>
              </a:ext>
            </a:extLst>
          </p:cNvPr>
          <p:cNvSpPr/>
          <p:nvPr/>
        </p:nvSpPr>
        <p:spPr>
          <a:xfrm>
            <a:off x="7829225" y="4189908"/>
            <a:ext cx="3634827" cy="84082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ea typeface="+mn-lt"/>
                <a:cs typeface="+mn-lt"/>
              </a:rPr>
              <a:t>CRD sends CDS Hooks response (system action) indicating need for DTR</a:t>
            </a:r>
          </a:p>
        </p:txBody>
      </p:sp>
      <p:sp>
        <p:nvSpPr>
          <p:cNvPr id="12" name="Rectangle: Rounded Corners 11">
            <a:extLst>
              <a:ext uri="{FF2B5EF4-FFF2-40B4-BE49-F238E27FC236}">
                <a16:creationId xmlns:a16="http://schemas.microsoft.com/office/drawing/2014/main" id="{537B3FF9-96BB-4AE0-B84F-328AD0C66860}"/>
              </a:ext>
            </a:extLst>
          </p:cNvPr>
          <p:cNvSpPr/>
          <p:nvPr/>
        </p:nvSpPr>
        <p:spPr>
          <a:xfrm>
            <a:off x="695256" y="3262462"/>
            <a:ext cx="4601461" cy="1855569"/>
          </a:xfrm>
          <a:prstGeom prst="roundRect">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cs typeface="Calibri"/>
            </a:endParaRPr>
          </a:p>
        </p:txBody>
      </p:sp>
      <p:sp>
        <p:nvSpPr>
          <p:cNvPr id="13" name="Arrow: Right 12">
            <a:extLst>
              <a:ext uri="{FF2B5EF4-FFF2-40B4-BE49-F238E27FC236}">
                <a16:creationId xmlns:a16="http://schemas.microsoft.com/office/drawing/2014/main" id="{92F2641D-F0C2-4178-9F47-A650EB6C3293}"/>
              </a:ext>
            </a:extLst>
          </p:cNvPr>
          <p:cNvSpPr/>
          <p:nvPr/>
        </p:nvSpPr>
        <p:spPr>
          <a:xfrm>
            <a:off x="3584845" y="2194560"/>
            <a:ext cx="432262" cy="369333"/>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cs typeface="Calibri"/>
              </a:rPr>
              <a:t>1</a:t>
            </a:r>
            <a:endParaRPr lang="en-US" b="1" dirty="0"/>
          </a:p>
        </p:txBody>
      </p:sp>
      <p:sp>
        <p:nvSpPr>
          <p:cNvPr id="14" name="Arrow: Right 13">
            <a:extLst>
              <a:ext uri="{FF2B5EF4-FFF2-40B4-BE49-F238E27FC236}">
                <a16:creationId xmlns:a16="http://schemas.microsoft.com/office/drawing/2014/main" id="{66667486-8E9C-4743-A591-96DC30BCA29D}"/>
              </a:ext>
            </a:extLst>
          </p:cNvPr>
          <p:cNvSpPr/>
          <p:nvPr/>
        </p:nvSpPr>
        <p:spPr>
          <a:xfrm>
            <a:off x="6945286" y="2197573"/>
            <a:ext cx="841982" cy="379192"/>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cs typeface="Calibri"/>
              </a:rPr>
              <a:t>2</a:t>
            </a:r>
            <a:endParaRPr lang="en-US" b="1" dirty="0"/>
          </a:p>
        </p:txBody>
      </p:sp>
      <p:sp>
        <p:nvSpPr>
          <p:cNvPr id="3" name="TextBox 2">
            <a:extLst>
              <a:ext uri="{FF2B5EF4-FFF2-40B4-BE49-F238E27FC236}">
                <a16:creationId xmlns:a16="http://schemas.microsoft.com/office/drawing/2014/main" id="{F8191875-60A1-48FA-A916-72D1CB7F8160}"/>
              </a:ext>
            </a:extLst>
          </p:cNvPr>
          <p:cNvSpPr txBox="1"/>
          <p:nvPr/>
        </p:nvSpPr>
        <p:spPr>
          <a:xfrm>
            <a:off x="701954" y="3367400"/>
            <a:ext cx="459476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SMART on FHIR (or native) App / DTR Process</a:t>
            </a:r>
          </a:p>
        </p:txBody>
      </p:sp>
      <p:sp>
        <p:nvSpPr>
          <p:cNvPr id="18" name="Arrow: Left-Right 17">
            <a:extLst>
              <a:ext uri="{FF2B5EF4-FFF2-40B4-BE49-F238E27FC236}">
                <a16:creationId xmlns:a16="http://schemas.microsoft.com/office/drawing/2014/main" id="{0CF8B150-8598-44DB-B1AB-E2CEEBB01C2C}"/>
              </a:ext>
            </a:extLst>
          </p:cNvPr>
          <p:cNvSpPr/>
          <p:nvPr/>
        </p:nvSpPr>
        <p:spPr>
          <a:xfrm rot="5400000">
            <a:off x="8186756" y="2832652"/>
            <a:ext cx="443985" cy="348963"/>
          </a:xfrm>
          <a:prstGeom prst="leftRightArrow">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5FFE7B76-43CE-4792-8381-3D9B4166E974}"/>
              </a:ext>
            </a:extLst>
          </p:cNvPr>
          <p:cNvSpPr txBox="1"/>
          <p:nvPr/>
        </p:nvSpPr>
        <p:spPr>
          <a:xfrm>
            <a:off x="9117191" y="1458448"/>
            <a:ext cx="1070305" cy="3780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Payer</a:t>
            </a:r>
          </a:p>
        </p:txBody>
      </p:sp>
      <p:sp>
        <p:nvSpPr>
          <p:cNvPr id="22" name="TextBox 21">
            <a:extLst>
              <a:ext uri="{FF2B5EF4-FFF2-40B4-BE49-F238E27FC236}">
                <a16:creationId xmlns:a16="http://schemas.microsoft.com/office/drawing/2014/main" id="{023943B5-7B18-47F7-8C1D-EFF328FC1FB5}"/>
              </a:ext>
            </a:extLst>
          </p:cNvPr>
          <p:cNvSpPr txBox="1"/>
          <p:nvPr/>
        </p:nvSpPr>
        <p:spPr>
          <a:xfrm>
            <a:off x="2975824" y="1463040"/>
            <a:ext cx="182354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Provider / EHR</a:t>
            </a:r>
          </a:p>
        </p:txBody>
      </p:sp>
      <p:sp>
        <p:nvSpPr>
          <p:cNvPr id="15" name="Rectangle 14">
            <a:extLst>
              <a:ext uri="{FF2B5EF4-FFF2-40B4-BE49-F238E27FC236}">
                <a16:creationId xmlns:a16="http://schemas.microsoft.com/office/drawing/2014/main" id="{E133EE51-161D-4B84-9779-60967988D874}"/>
              </a:ext>
            </a:extLst>
          </p:cNvPr>
          <p:cNvSpPr/>
          <p:nvPr/>
        </p:nvSpPr>
        <p:spPr>
          <a:xfrm>
            <a:off x="814001" y="3852929"/>
            <a:ext cx="1783967" cy="111803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Calibri"/>
              </a:rPr>
              <a:t>Displays gaps, collects missing data and stores as part of medical record in EHR</a:t>
            </a:r>
          </a:p>
        </p:txBody>
      </p:sp>
      <p:sp>
        <p:nvSpPr>
          <p:cNvPr id="24" name="Rectangle 23">
            <a:extLst>
              <a:ext uri="{FF2B5EF4-FFF2-40B4-BE49-F238E27FC236}">
                <a16:creationId xmlns:a16="http://schemas.microsoft.com/office/drawing/2014/main" id="{78A2CE21-E9F7-4455-9830-703145499F86}"/>
              </a:ext>
            </a:extLst>
          </p:cNvPr>
          <p:cNvSpPr/>
          <p:nvPr/>
        </p:nvSpPr>
        <p:spPr>
          <a:xfrm>
            <a:off x="3092006" y="3852928"/>
            <a:ext cx="2041579" cy="1118032"/>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cs typeface="Calibri"/>
              </a:rPr>
              <a:t>Retrieves rules, if necessary. Parses rules from CQL, identifies gaps in data available in EHR, and populates template.</a:t>
            </a:r>
          </a:p>
        </p:txBody>
      </p:sp>
      <p:sp>
        <p:nvSpPr>
          <p:cNvPr id="27" name="Arrow: Left-Right 26">
            <a:extLst>
              <a:ext uri="{FF2B5EF4-FFF2-40B4-BE49-F238E27FC236}">
                <a16:creationId xmlns:a16="http://schemas.microsoft.com/office/drawing/2014/main" id="{D0CC690B-C920-4CEF-B7B5-9869F909E4AC}"/>
              </a:ext>
            </a:extLst>
          </p:cNvPr>
          <p:cNvSpPr/>
          <p:nvPr/>
        </p:nvSpPr>
        <p:spPr>
          <a:xfrm>
            <a:off x="5315285" y="3478159"/>
            <a:ext cx="2606040" cy="352362"/>
          </a:xfrm>
          <a:prstGeom prst="leftRightArrow">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Arrow: Right 28">
            <a:extLst>
              <a:ext uri="{FF2B5EF4-FFF2-40B4-BE49-F238E27FC236}">
                <a16:creationId xmlns:a16="http://schemas.microsoft.com/office/drawing/2014/main" id="{B506425D-2FCD-4533-BC1B-A436F72C1FF2}"/>
              </a:ext>
            </a:extLst>
          </p:cNvPr>
          <p:cNvSpPr/>
          <p:nvPr/>
        </p:nvSpPr>
        <p:spPr>
          <a:xfrm rot="5340000">
            <a:off x="10467987" y="3251991"/>
            <a:ext cx="1369402" cy="466344"/>
          </a:xfrm>
          <a:prstGeom prst="rightArrow">
            <a:avLst/>
          </a:prstGeom>
          <a:solidFill>
            <a:schemeClr val="tx1"/>
          </a:solidFill>
          <a:scene3d>
            <a:camera prst="orthographicFront">
              <a:rot lat="0" lon="0" rev="0"/>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b="1" dirty="0">
                <a:cs typeface="Calibri"/>
              </a:rPr>
              <a:t>3</a:t>
            </a:r>
            <a:endParaRPr lang="en-US" b="1" dirty="0"/>
          </a:p>
        </p:txBody>
      </p:sp>
      <p:sp>
        <p:nvSpPr>
          <p:cNvPr id="16" name="Flowchart: Magnetic Disk 15">
            <a:extLst>
              <a:ext uri="{FF2B5EF4-FFF2-40B4-BE49-F238E27FC236}">
                <a16:creationId xmlns:a16="http://schemas.microsoft.com/office/drawing/2014/main" id="{DCFCBB8F-F2F0-4E56-820D-93780B2ADCBF}"/>
              </a:ext>
            </a:extLst>
          </p:cNvPr>
          <p:cNvSpPr/>
          <p:nvPr/>
        </p:nvSpPr>
        <p:spPr>
          <a:xfrm>
            <a:off x="9125506" y="2877439"/>
            <a:ext cx="1777262" cy="1226948"/>
          </a:xfrm>
          <a:prstGeom prst="flowChartMagneticDisk">
            <a:avLst/>
          </a:prstGeom>
          <a:solidFill>
            <a:srgbClr val="FFF2C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solidFill>
                <a:schemeClr val="tx1"/>
              </a:solidFill>
              <a:ea typeface="+mn-lt"/>
              <a:cs typeface="+mn-lt"/>
            </a:endParaRPr>
          </a:p>
          <a:p>
            <a:pPr algn="ctr"/>
            <a:r>
              <a:rPr lang="en-US" sz="1600" dirty="0">
                <a:solidFill>
                  <a:schemeClr val="tx1"/>
                </a:solidFill>
                <a:ea typeface="+mn-lt"/>
                <a:cs typeface="+mn-lt"/>
              </a:rPr>
              <a:t>Repository of coverage </a:t>
            </a:r>
          </a:p>
          <a:p>
            <a:pPr algn="ctr"/>
            <a:r>
              <a:rPr lang="en-US" sz="1600" dirty="0">
                <a:solidFill>
                  <a:schemeClr val="tx1"/>
                </a:solidFill>
                <a:ea typeface="+mn-lt"/>
                <a:cs typeface="+mn-lt"/>
              </a:rPr>
              <a:t>rules/templates</a:t>
            </a:r>
            <a:endParaRPr lang="en-US" sz="1600" dirty="0">
              <a:solidFill>
                <a:schemeClr val="tx1"/>
              </a:solidFill>
              <a:ea typeface="+mn-lt"/>
              <a:cs typeface="Calibri"/>
            </a:endParaRPr>
          </a:p>
          <a:p>
            <a:pPr algn="ctr"/>
            <a:endParaRPr lang="en-US" sz="700" dirty="0">
              <a:solidFill>
                <a:schemeClr val="tx1"/>
              </a:solidFill>
              <a:ea typeface="+mn-lt"/>
              <a:cs typeface="+mn-lt"/>
            </a:endParaRPr>
          </a:p>
        </p:txBody>
      </p:sp>
      <p:sp>
        <p:nvSpPr>
          <p:cNvPr id="30" name="Arrow: Left 29">
            <a:extLst>
              <a:ext uri="{FF2B5EF4-FFF2-40B4-BE49-F238E27FC236}">
                <a16:creationId xmlns:a16="http://schemas.microsoft.com/office/drawing/2014/main" id="{6A3E6741-9B55-4626-8D17-C678E5DB7A99}"/>
              </a:ext>
            </a:extLst>
          </p:cNvPr>
          <p:cNvSpPr/>
          <p:nvPr/>
        </p:nvSpPr>
        <p:spPr>
          <a:xfrm>
            <a:off x="6945286" y="4411461"/>
            <a:ext cx="874886" cy="400429"/>
          </a:xfrm>
          <a:prstGeom prst="lef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cs typeface="Calibri"/>
              </a:rPr>
              <a:t>4</a:t>
            </a:r>
            <a:endParaRPr lang="en-US" b="1" dirty="0"/>
          </a:p>
        </p:txBody>
      </p:sp>
      <p:sp>
        <p:nvSpPr>
          <p:cNvPr id="31" name="Arrow: Left 30">
            <a:extLst>
              <a:ext uri="{FF2B5EF4-FFF2-40B4-BE49-F238E27FC236}">
                <a16:creationId xmlns:a16="http://schemas.microsoft.com/office/drawing/2014/main" id="{430E50B5-436D-429E-9BC8-7821F9868F6D}"/>
              </a:ext>
            </a:extLst>
          </p:cNvPr>
          <p:cNvSpPr/>
          <p:nvPr/>
        </p:nvSpPr>
        <p:spPr>
          <a:xfrm>
            <a:off x="2601031" y="4104387"/>
            <a:ext cx="464759" cy="425335"/>
          </a:xfrm>
          <a:prstGeom prst="lef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cs typeface="Calibri"/>
              </a:rPr>
              <a:t>6</a:t>
            </a:r>
          </a:p>
        </p:txBody>
      </p:sp>
      <p:sp>
        <p:nvSpPr>
          <p:cNvPr id="2" name="Rectangle: Rounded Corners 1">
            <a:extLst>
              <a:ext uri="{FF2B5EF4-FFF2-40B4-BE49-F238E27FC236}">
                <a16:creationId xmlns:a16="http://schemas.microsoft.com/office/drawing/2014/main" id="{64173BDC-9C95-018C-6407-F49FC2F0D9E2}"/>
              </a:ext>
            </a:extLst>
          </p:cNvPr>
          <p:cNvSpPr/>
          <p:nvPr/>
        </p:nvSpPr>
        <p:spPr>
          <a:xfrm>
            <a:off x="5739892" y="4053018"/>
            <a:ext cx="1173529" cy="939362"/>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cs typeface="Calibri"/>
              </a:rPr>
              <a:t>User launches DTR</a:t>
            </a:r>
          </a:p>
        </p:txBody>
      </p:sp>
      <p:sp>
        <p:nvSpPr>
          <p:cNvPr id="4" name="Arrow: Left 3">
            <a:extLst>
              <a:ext uri="{FF2B5EF4-FFF2-40B4-BE49-F238E27FC236}">
                <a16:creationId xmlns:a16="http://schemas.microsoft.com/office/drawing/2014/main" id="{7C826AC3-134F-A673-47E5-2D30E117E3DB}"/>
              </a:ext>
            </a:extLst>
          </p:cNvPr>
          <p:cNvSpPr/>
          <p:nvPr/>
        </p:nvSpPr>
        <p:spPr>
          <a:xfrm>
            <a:off x="5310190" y="4407408"/>
            <a:ext cx="429702" cy="400429"/>
          </a:xfrm>
          <a:prstGeom prst="lef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cs typeface="Calibri"/>
              </a:rPr>
              <a:t>5</a:t>
            </a:r>
            <a:endParaRPr lang="en-US" b="1" dirty="0"/>
          </a:p>
        </p:txBody>
      </p:sp>
    </p:spTree>
    <p:extLst>
      <p:ext uri="{BB962C8B-B14F-4D97-AF65-F5344CB8AC3E}">
        <p14:creationId xmlns:p14="http://schemas.microsoft.com/office/powerpoint/2010/main" val="3158093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1519A10-B3C4-4245-B658-F5FCA028DF11}"/>
              </a:ext>
            </a:extLst>
          </p:cNvPr>
          <p:cNvSpPr>
            <a:spLocks noGrp="1"/>
          </p:cNvSpPr>
          <p:nvPr>
            <p:ph type="sldNum" sz="quarter" idx="4294967295"/>
          </p:nvPr>
        </p:nvSpPr>
        <p:spPr>
          <a:xfrm>
            <a:off x="11569700" y="6400802"/>
            <a:ext cx="6223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ECF63ED-5365-0347-943C-46237B9951C9}"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3" name="Rectangle: Rounded Corners 32">
            <a:extLst>
              <a:ext uri="{FF2B5EF4-FFF2-40B4-BE49-F238E27FC236}">
                <a16:creationId xmlns:a16="http://schemas.microsoft.com/office/drawing/2014/main" id="{50E03A93-18E5-7CD7-8C4D-3A9801BA6E07}"/>
              </a:ext>
            </a:extLst>
          </p:cNvPr>
          <p:cNvSpPr/>
          <p:nvPr/>
        </p:nvSpPr>
        <p:spPr>
          <a:xfrm>
            <a:off x="1781988" y="1835009"/>
            <a:ext cx="4116805" cy="2745750"/>
          </a:xfrm>
          <a:prstGeom prst="roundRect">
            <a:avLst/>
          </a:prstGeom>
          <a:gradFill>
            <a:gsLst>
              <a:gs pos="0">
                <a:schemeClr val="accent1">
                  <a:lumMod val="5000"/>
                  <a:lumOff val="95000"/>
                </a:schemeClr>
              </a:gs>
              <a:gs pos="74000">
                <a:schemeClr val="accent1">
                  <a:lumMod val="20000"/>
                  <a:lumOff val="80000"/>
                </a:schemeClr>
              </a:gs>
              <a:gs pos="100000">
                <a:schemeClr val="accent1">
                  <a:lumMod val="30000"/>
                  <a:lumOff val="70000"/>
                </a:schemeClr>
              </a:gs>
            </a:gsLst>
            <a:lin ang="3000000" scaled="0"/>
          </a:gradFill>
          <a:ln>
            <a:solidFill>
              <a:schemeClr val="accent1">
                <a:lumMod val="40000"/>
                <a:lumOff val="6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4" name="Rectangle 33">
            <a:extLst>
              <a:ext uri="{FF2B5EF4-FFF2-40B4-BE49-F238E27FC236}">
                <a16:creationId xmlns:a16="http://schemas.microsoft.com/office/drawing/2014/main" id="{336786EA-2A54-12C9-6534-A8CAA16C1E77}"/>
              </a:ext>
            </a:extLst>
          </p:cNvPr>
          <p:cNvSpPr/>
          <p:nvPr/>
        </p:nvSpPr>
        <p:spPr>
          <a:xfrm>
            <a:off x="2166148" y="2338792"/>
            <a:ext cx="1961875" cy="718205"/>
          </a:xfrm>
          <a:prstGeom prst="rect">
            <a:avLst/>
          </a:prstGeom>
          <a:gradFill flip="none" rotWithShape="1">
            <a:gsLst>
              <a:gs pos="0">
                <a:schemeClr val="accent5">
                  <a:lumMod val="67000"/>
                </a:schemeClr>
              </a:gs>
              <a:gs pos="100000">
                <a:schemeClr val="accent5">
                  <a:lumMod val="97000"/>
                  <a:lumOff val="3000"/>
                </a:schemeClr>
              </a:gs>
            </a:gsLst>
            <a:lin ang="5400000" scaled="1"/>
            <a:tileRect/>
          </a:gra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       Light DTR EHR</a:t>
            </a:r>
          </a:p>
        </p:txBody>
      </p:sp>
      <p:sp>
        <p:nvSpPr>
          <p:cNvPr id="35" name="Rectangle 34">
            <a:extLst>
              <a:ext uri="{FF2B5EF4-FFF2-40B4-BE49-F238E27FC236}">
                <a16:creationId xmlns:a16="http://schemas.microsoft.com/office/drawing/2014/main" id="{9B7C5A8A-8D29-20B4-6579-7328151459B8}"/>
              </a:ext>
            </a:extLst>
          </p:cNvPr>
          <p:cNvSpPr/>
          <p:nvPr/>
        </p:nvSpPr>
        <p:spPr>
          <a:xfrm>
            <a:off x="2166148" y="3556778"/>
            <a:ext cx="1961874" cy="718205"/>
          </a:xfrm>
          <a:prstGeom prst="rect">
            <a:avLst/>
          </a:prstGeom>
          <a:gradFill flip="none" rotWithShape="1">
            <a:gsLst>
              <a:gs pos="0">
                <a:schemeClr val="accent5">
                  <a:lumMod val="67000"/>
                </a:schemeClr>
              </a:gs>
              <a:gs pos="100000">
                <a:schemeClr val="accent5">
                  <a:lumMod val="97000"/>
                  <a:lumOff val="3000"/>
                </a:schemeClr>
              </a:gs>
            </a:gsLst>
            <a:lin ang="5400000" scaled="1"/>
            <a:tileRect/>
          </a:gra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     Full DTR EHR</a:t>
            </a:r>
          </a:p>
        </p:txBody>
      </p:sp>
      <p:sp>
        <p:nvSpPr>
          <p:cNvPr id="37" name="Rectangle: Rounded Corners 36">
            <a:extLst>
              <a:ext uri="{FF2B5EF4-FFF2-40B4-BE49-F238E27FC236}">
                <a16:creationId xmlns:a16="http://schemas.microsoft.com/office/drawing/2014/main" id="{4A00B4D6-413C-A237-83CF-0B8ECD11EAA0}"/>
              </a:ext>
            </a:extLst>
          </p:cNvPr>
          <p:cNvSpPr/>
          <p:nvPr/>
        </p:nvSpPr>
        <p:spPr>
          <a:xfrm>
            <a:off x="6788704" y="1835009"/>
            <a:ext cx="3018408" cy="2745750"/>
          </a:xfrm>
          <a:prstGeom prst="roundRect">
            <a:avLst/>
          </a:prstGeom>
          <a:gradFill>
            <a:gsLst>
              <a:gs pos="0">
                <a:schemeClr val="accent1">
                  <a:lumMod val="5000"/>
                  <a:lumOff val="95000"/>
                </a:schemeClr>
              </a:gs>
              <a:gs pos="74000">
                <a:schemeClr val="accent1">
                  <a:lumMod val="20000"/>
                  <a:lumOff val="80000"/>
                </a:schemeClr>
              </a:gs>
              <a:gs pos="100000">
                <a:schemeClr val="accent1">
                  <a:lumMod val="30000"/>
                  <a:lumOff val="70000"/>
                </a:schemeClr>
              </a:gs>
            </a:gsLst>
            <a:lin ang="3000000" scaled="0"/>
          </a:gradFill>
          <a:ln>
            <a:solidFill>
              <a:schemeClr val="accent1">
                <a:lumMod val="40000"/>
                <a:lumOff val="6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8" name="Arrow: Pentagon 37">
            <a:extLst>
              <a:ext uri="{FF2B5EF4-FFF2-40B4-BE49-F238E27FC236}">
                <a16:creationId xmlns:a16="http://schemas.microsoft.com/office/drawing/2014/main" id="{9956C94B-BB01-3D5A-7C4C-2FEEE32CB91A}"/>
              </a:ext>
            </a:extLst>
          </p:cNvPr>
          <p:cNvSpPr/>
          <p:nvPr/>
        </p:nvSpPr>
        <p:spPr>
          <a:xfrm flipH="1">
            <a:off x="3502372" y="3711420"/>
            <a:ext cx="625649" cy="428667"/>
          </a:xfrm>
          <a:prstGeom prst="homePlate">
            <a:avLst>
              <a:gd name="adj" fmla="val 41176"/>
            </a:avLst>
          </a:prstGeom>
          <a:solidFill>
            <a:schemeClr val="accent5">
              <a:lumMod val="20000"/>
              <a:lumOff val="8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82296" rIns="8229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Native App</a:t>
            </a:r>
          </a:p>
        </p:txBody>
      </p:sp>
      <p:sp>
        <p:nvSpPr>
          <p:cNvPr id="39" name="Rectangle 38">
            <a:extLst>
              <a:ext uri="{FF2B5EF4-FFF2-40B4-BE49-F238E27FC236}">
                <a16:creationId xmlns:a16="http://schemas.microsoft.com/office/drawing/2014/main" id="{6CB75318-C91B-2977-C20D-CB98D41E7A70}"/>
              </a:ext>
            </a:extLst>
          </p:cNvPr>
          <p:cNvSpPr/>
          <p:nvPr/>
        </p:nvSpPr>
        <p:spPr>
          <a:xfrm>
            <a:off x="4705430" y="2473861"/>
            <a:ext cx="1075645" cy="448065"/>
          </a:xfrm>
          <a:prstGeom prst="rect">
            <a:avLst/>
          </a:prstGeom>
          <a:solidFill>
            <a:schemeClr val="accent5">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SMART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DTR Client</a:t>
            </a:r>
          </a:p>
        </p:txBody>
      </p:sp>
      <p:sp>
        <p:nvSpPr>
          <p:cNvPr id="41" name="Arrow: Left-Right 40">
            <a:extLst>
              <a:ext uri="{FF2B5EF4-FFF2-40B4-BE49-F238E27FC236}">
                <a16:creationId xmlns:a16="http://schemas.microsoft.com/office/drawing/2014/main" id="{DE26C6BC-A32C-3DAF-22B2-49A467B43BE7}"/>
              </a:ext>
            </a:extLst>
          </p:cNvPr>
          <p:cNvSpPr/>
          <p:nvPr/>
        </p:nvSpPr>
        <p:spPr>
          <a:xfrm>
            <a:off x="5789261" y="2506208"/>
            <a:ext cx="1304945" cy="363127"/>
          </a:xfrm>
          <a:prstGeom prst="leftRightArrow">
            <a:avLst>
              <a:gd name="adj1" fmla="val 34616"/>
              <a:gd name="adj2" fmla="val 45433"/>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802AC834-2F2E-344F-F2AF-5988427D2E9B}"/>
              </a:ext>
            </a:extLst>
          </p:cNvPr>
          <p:cNvSpPr/>
          <p:nvPr/>
        </p:nvSpPr>
        <p:spPr>
          <a:xfrm>
            <a:off x="7103084" y="2338763"/>
            <a:ext cx="2391175" cy="1936220"/>
          </a:xfrm>
          <a:prstGeom prst="rect">
            <a:avLst/>
          </a:prstGeom>
          <a:gradFill flip="none" rotWithShape="1">
            <a:gsLst>
              <a:gs pos="0">
                <a:srgbClr val="B88C00"/>
              </a:gs>
              <a:gs pos="97000">
                <a:srgbClr val="FFC000"/>
              </a:gs>
            </a:gsLst>
            <a:lin ang="5400000" scaled="1"/>
            <a:tileRect/>
          </a:gra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panose="020B0604020202020204"/>
                <a:ea typeface="+mn-ea"/>
                <a:cs typeface="+mn-cs"/>
              </a:rPr>
              <a:t>DTR Payer Service</a:t>
            </a:r>
          </a:p>
        </p:txBody>
      </p:sp>
      <p:sp>
        <p:nvSpPr>
          <p:cNvPr id="43" name="Arrow: Left-Right 42">
            <a:extLst>
              <a:ext uri="{FF2B5EF4-FFF2-40B4-BE49-F238E27FC236}">
                <a16:creationId xmlns:a16="http://schemas.microsoft.com/office/drawing/2014/main" id="{0065B399-EFAB-C872-C04A-4D14EF6EE5FF}"/>
              </a:ext>
            </a:extLst>
          </p:cNvPr>
          <p:cNvSpPr/>
          <p:nvPr/>
        </p:nvSpPr>
        <p:spPr>
          <a:xfrm>
            <a:off x="4141824" y="3720298"/>
            <a:ext cx="2952382" cy="363127"/>
          </a:xfrm>
          <a:prstGeom prst="leftRightArrow">
            <a:avLst>
              <a:gd name="adj1" fmla="val 34616"/>
              <a:gd name="adj2" fmla="val 45433"/>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8" name="Arrow: Left-Right 47">
            <a:extLst>
              <a:ext uri="{FF2B5EF4-FFF2-40B4-BE49-F238E27FC236}">
                <a16:creationId xmlns:a16="http://schemas.microsoft.com/office/drawing/2014/main" id="{93434836-9157-56D2-BD7B-BDDDE2D5BBC1}"/>
              </a:ext>
            </a:extLst>
          </p:cNvPr>
          <p:cNvSpPr/>
          <p:nvPr/>
        </p:nvSpPr>
        <p:spPr>
          <a:xfrm>
            <a:off x="4141824" y="2515086"/>
            <a:ext cx="554773" cy="363127"/>
          </a:xfrm>
          <a:prstGeom prst="leftRightArrow">
            <a:avLst>
              <a:gd name="adj1" fmla="val 34616"/>
              <a:gd name="adj2" fmla="val 45433"/>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812EABE3-4C23-1654-C89B-23AD869D9026}"/>
              </a:ext>
            </a:extLst>
          </p:cNvPr>
          <p:cNvSpPr/>
          <p:nvPr/>
        </p:nvSpPr>
        <p:spPr>
          <a:xfrm>
            <a:off x="231095" y="384741"/>
            <a:ext cx="2359705"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2800" b="1" i="0" u="sng" strike="noStrike" kern="1200" cap="none" spc="0" normalizeH="0" baseline="0" noProof="0" dirty="0">
                <a:ln>
                  <a:noFill/>
                </a:ln>
                <a:solidFill>
                  <a:schemeClr val="accent1">
                    <a:lumMod val="50000"/>
                  </a:schemeClr>
                </a:solidFill>
                <a:effectLst/>
                <a:uLnTx/>
                <a:uFillTx/>
                <a:latin typeface="Helvetica Neue"/>
                <a:ea typeface="+mn-ea"/>
                <a:cs typeface="+mn-cs"/>
              </a:rPr>
              <a:t>DTR Actors</a:t>
            </a:r>
          </a:p>
        </p:txBody>
      </p:sp>
      <p:sp>
        <p:nvSpPr>
          <p:cNvPr id="36" name="Rectangle 35">
            <a:extLst>
              <a:ext uri="{FF2B5EF4-FFF2-40B4-BE49-F238E27FC236}">
                <a16:creationId xmlns:a16="http://schemas.microsoft.com/office/drawing/2014/main" id="{9CF004FB-32F3-D0E0-7E1D-6C5CB854FEBB}"/>
              </a:ext>
            </a:extLst>
          </p:cNvPr>
          <p:cNvSpPr/>
          <p:nvPr/>
        </p:nvSpPr>
        <p:spPr>
          <a:xfrm>
            <a:off x="6788704" y="1864404"/>
            <a:ext cx="3018408"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Payer System</a:t>
            </a:r>
          </a:p>
        </p:txBody>
      </p:sp>
      <p:sp>
        <p:nvSpPr>
          <p:cNvPr id="4" name="Rectangle 3">
            <a:extLst>
              <a:ext uri="{FF2B5EF4-FFF2-40B4-BE49-F238E27FC236}">
                <a16:creationId xmlns:a16="http://schemas.microsoft.com/office/drawing/2014/main" id="{EBDD533E-AE91-CBE9-157F-0A4A40F1E700}"/>
              </a:ext>
            </a:extLst>
          </p:cNvPr>
          <p:cNvSpPr/>
          <p:nvPr/>
        </p:nvSpPr>
        <p:spPr>
          <a:xfrm>
            <a:off x="1781988" y="1864404"/>
            <a:ext cx="4116804"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1600" i="0" u="none" strike="noStrike" kern="1200" cap="none" spc="0" normalizeH="0" baseline="0" noProof="0" dirty="0">
                <a:ln>
                  <a:noFill/>
                </a:ln>
                <a:solidFill>
                  <a:srgbClr val="000000"/>
                </a:solidFill>
                <a:effectLst/>
                <a:uLnTx/>
                <a:uFillTx/>
                <a:latin typeface="Calibri" panose="020F0502020204030204" pitchFamily="34" charset="0"/>
                <a:cs typeface="Calibri" panose="020F0502020204030204" pitchFamily="34" charset="0"/>
              </a:rPr>
              <a:t>Provider System</a:t>
            </a:r>
          </a:p>
        </p:txBody>
      </p:sp>
    </p:spTree>
    <p:extLst>
      <p:ext uri="{BB962C8B-B14F-4D97-AF65-F5344CB8AC3E}">
        <p14:creationId xmlns:p14="http://schemas.microsoft.com/office/powerpoint/2010/main" val="3407885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C8C6B-9CD8-8036-6EB8-4DB0F88CFE7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3CA484-92FE-ABC7-BBA5-3AE846FC1E55}"/>
              </a:ext>
            </a:extLst>
          </p:cNvPr>
          <p:cNvSpPr>
            <a:spLocks noGrp="1"/>
          </p:cNvSpPr>
          <p:nvPr>
            <p:ph type="sldNum" sz="quarter" idx="4294967295"/>
          </p:nvPr>
        </p:nvSpPr>
        <p:spPr>
          <a:xfrm>
            <a:off x="11569700" y="6400802"/>
            <a:ext cx="62230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BECF63ED-5365-0347-943C-46237B9951C9}" type="slidenum">
              <a:rPr kumimoji="0" lang="en-US" sz="1800" b="0" i="0" u="none" strike="noStrike" kern="1200" cap="none" spc="0" normalizeH="0" baseline="0" noProof="0" smtClean="0">
                <a:ln>
                  <a:noFill/>
                </a:ln>
                <a:solidFill>
                  <a:srgbClr val="000000"/>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3" name="Rectangle 2">
            <a:extLst>
              <a:ext uri="{FF2B5EF4-FFF2-40B4-BE49-F238E27FC236}">
                <a16:creationId xmlns:a16="http://schemas.microsoft.com/office/drawing/2014/main" id="{5495EFF6-4B05-3D7D-F45C-597EEB265EF5}"/>
              </a:ext>
            </a:extLst>
          </p:cNvPr>
          <p:cNvSpPr/>
          <p:nvPr/>
        </p:nvSpPr>
        <p:spPr>
          <a:xfrm>
            <a:off x="231095" y="384741"/>
            <a:ext cx="2359705"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1200"/>
              </a:spcAft>
              <a:buClrTx/>
              <a:buSzTx/>
              <a:buFontTx/>
              <a:buNone/>
              <a:tabLst/>
              <a:defRPr/>
            </a:pPr>
            <a:r>
              <a:rPr kumimoji="0" lang="en-US" sz="2800" b="1" i="0" u="sng" strike="noStrike" kern="1200" cap="none" spc="0" normalizeH="0" baseline="0" noProof="0" dirty="0">
                <a:ln>
                  <a:noFill/>
                </a:ln>
                <a:solidFill>
                  <a:schemeClr val="accent1">
                    <a:lumMod val="50000"/>
                  </a:schemeClr>
                </a:solidFill>
                <a:effectLst/>
                <a:uLnTx/>
                <a:uFillTx/>
                <a:latin typeface="Helvetica Neue"/>
                <a:ea typeface="+mn-ea"/>
                <a:cs typeface="+mn-cs"/>
              </a:rPr>
              <a:t>Connectivity</a:t>
            </a:r>
          </a:p>
        </p:txBody>
      </p:sp>
      <p:sp>
        <p:nvSpPr>
          <p:cNvPr id="5" name="Rectangle 4">
            <a:extLst>
              <a:ext uri="{FF2B5EF4-FFF2-40B4-BE49-F238E27FC236}">
                <a16:creationId xmlns:a16="http://schemas.microsoft.com/office/drawing/2014/main" id="{7EB3290A-04F8-B3B9-40E8-8BCF3A0607DD}"/>
              </a:ext>
            </a:extLst>
          </p:cNvPr>
          <p:cNvSpPr/>
          <p:nvPr/>
        </p:nvSpPr>
        <p:spPr>
          <a:xfrm>
            <a:off x="4626321" y="1910050"/>
            <a:ext cx="991350" cy="718205"/>
          </a:xfrm>
          <a:prstGeom prst="rect">
            <a:avLst/>
          </a:prstGeom>
          <a:gradFill flip="none" rotWithShape="1">
            <a:gsLst>
              <a:gs pos="0">
                <a:schemeClr val="accent5">
                  <a:lumMod val="67000"/>
                </a:schemeClr>
              </a:gs>
              <a:gs pos="100000">
                <a:schemeClr val="accent5">
                  <a:lumMod val="97000"/>
                  <a:lumOff val="3000"/>
                </a:schemeClr>
              </a:gs>
            </a:gsLst>
            <a:lin ang="5400000" scaled="1"/>
            <a:tileRect/>
          </a:gra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FFFFFF"/>
                </a:solidFill>
                <a:effectLst/>
                <a:uLnTx/>
                <a:uFillTx/>
                <a:latin typeface="Arial" panose="020B0604020202020204"/>
                <a:ea typeface="+mn-ea"/>
                <a:cs typeface="+mn-cs"/>
              </a:rPr>
              <a:t> Light DTR     </a:t>
            </a:r>
          </a:p>
          <a:p>
            <a:pPr marL="0" marR="0" lvl="0" indent="0"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latin typeface="Arial" panose="020B0604020202020204"/>
              </a:rPr>
              <a:t>     </a:t>
            </a:r>
            <a:r>
              <a:rPr kumimoji="0" lang="en-US" sz="1200" i="0" u="none" strike="noStrike" kern="1200" cap="none" spc="0" normalizeH="0" baseline="0" noProof="0" dirty="0">
                <a:ln>
                  <a:noFill/>
                </a:ln>
                <a:solidFill>
                  <a:srgbClr val="FFFFFF"/>
                </a:solidFill>
                <a:effectLst/>
                <a:uLnTx/>
                <a:uFillTx/>
                <a:latin typeface="Arial" panose="020B0604020202020204"/>
                <a:ea typeface="+mn-ea"/>
                <a:cs typeface="+mn-cs"/>
              </a:rPr>
              <a:t>EHR</a:t>
            </a:r>
          </a:p>
        </p:txBody>
      </p:sp>
      <p:sp>
        <p:nvSpPr>
          <p:cNvPr id="6" name="Rectangle 5">
            <a:extLst>
              <a:ext uri="{FF2B5EF4-FFF2-40B4-BE49-F238E27FC236}">
                <a16:creationId xmlns:a16="http://schemas.microsoft.com/office/drawing/2014/main" id="{C755C26E-95CD-6D86-BCFA-9C6C9DB4D03C}"/>
              </a:ext>
            </a:extLst>
          </p:cNvPr>
          <p:cNvSpPr/>
          <p:nvPr/>
        </p:nvSpPr>
        <p:spPr>
          <a:xfrm>
            <a:off x="6521145" y="2045119"/>
            <a:ext cx="1075645" cy="448065"/>
          </a:xfrm>
          <a:prstGeom prst="rect">
            <a:avLst/>
          </a:prstGeom>
          <a:solidFill>
            <a:schemeClr val="accent5">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SMART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DTR Client</a:t>
            </a:r>
          </a:p>
        </p:txBody>
      </p:sp>
      <p:sp>
        <p:nvSpPr>
          <p:cNvPr id="7" name="Arrow: Left-Right 6">
            <a:extLst>
              <a:ext uri="{FF2B5EF4-FFF2-40B4-BE49-F238E27FC236}">
                <a16:creationId xmlns:a16="http://schemas.microsoft.com/office/drawing/2014/main" id="{488CBD8C-6C2F-C464-BF8E-A502E9C18897}"/>
              </a:ext>
            </a:extLst>
          </p:cNvPr>
          <p:cNvSpPr/>
          <p:nvPr/>
        </p:nvSpPr>
        <p:spPr>
          <a:xfrm>
            <a:off x="5617671" y="2086344"/>
            <a:ext cx="894642" cy="363127"/>
          </a:xfrm>
          <a:prstGeom prst="leftRightArrow">
            <a:avLst>
              <a:gd name="adj1" fmla="val 34616"/>
              <a:gd name="adj2" fmla="val 45433"/>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9" name="Arrow: Left-Right 8">
            <a:extLst>
              <a:ext uri="{FF2B5EF4-FFF2-40B4-BE49-F238E27FC236}">
                <a16:creationId xmlns:a16="http://schemas.microsoft.com/office/drawing/2014/main" id="{D6626142-71F0-DC12-CF8B-41D8F96D48FA}"/>
              </a:ext>
            </a:extLst>
          </p:cNvPr>
          <p:cNvSpPr/>
          <p:nvPr/>
        </p:nvSpPr>
        <p:spPr>
          <a:xfrm>
            <a:off x="2640920" y="3900835"/>
            <a:ext cx="1476359" cy="363127"/>
          </a:xfrm>
          <a:prstGeom prst="leftRightArrow">
            <a:avLst>
              <a:gd name="adj1" fmla="val 34616"/>
              <a:gd name="adj2" fmla="val 45433"/>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0" name="Rectangle 9">
            <a:extLst>
              <a:ext uri="{FF2B5EF4-FFF2-40B4-BE49-F238E27FC236}">
                <a16:creationId xmlns:a16="http://schemas.microsoft.com/office/drawing/2014/main" id="{C0A92D1D-FD2B-D117-8AA5-E48D34918448}"/>
              </a:ext>
            </a:extLst>
          </p:cNvPr>
          <p:cNvSpPr/>
          <p:nvPr/>
        </p:nvSpPr>
        <p:spPr>
          <a:xfrm>
            <a:off x="3376940" y="3830874"/>
            <a:ext cx="744123" cy="549544"/>
          </a:xfrm>
          <a:prstGeom prst="rect">
            <a:avLst/>
          </a:prstGeom>
          <a:solidFill>
            <a:schemeClr val="bg1">
              <a:alpha val="8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AB3C5674-D116-E40A-C7BC-438916A48E3D}"/>
              </a:ext>
            </a:extLst>
          </p:cNvPr>
          <p:cNvSpPr/>
          <p:nvPr/>
        </p:nvSpPr>
        <p:spPr>
          <a:xfrm>
            <a:off x="1704610" y="3421868"/>
            <a:ext cx="2265816" cy="1917100"/>
          </a:xfrm>
          <a:prstGeom prst="rect">
            <a:avLst/>
          </a:prstGeom>
          <a:solidFill>
            <a:schemeClr val="bg1"/>
          </a:solidFill>
          <a:ln>
            <a:noFill/>
          </a:ln>
          <a:effectLst>
            <a:softEdge rad="3048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ECA9B41-EE22-89F2-3349-3066A0341B60}"/>
              </a:ext>
            </a:extLst>
          </p:cNvPr>
          <p:cNvSpPr/>
          <p:nvPr/>
        </p:nvSpPr>
        <p:spPr>
          <a:xfrm>
            <a:off x="3655655" y="4454403"/>
            <a:ext cx="1547919" cy="718205"/>
          </a:xfrm>
          <a:prstGeom prst="rect">
            <a:avLst/>
          </a:prstGeom>
          <a:gradFill flip="none" rotWithShape="1">
            <a:gsLst>
              <a:gs pos="0">
                <a:schemeClr val="accent5">
                  <a:lumMod val="67000"/>
                </a:schemeClr>
              </a:gs>
              <a:gs pos="100000">
                <a:schemeClr val="accent5">
                  <a:lumMod val="97000"/>
                  <a:lumOff val="3000"/>
                </a:schemeClr>
              </a:gs>
            </a:gsLst>
            <a:lin ang="5400000" scaled="1"/>
            <a:tileRect/>
          </a:gra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i="0" u="none" strike="noStrike" kern="1200" cap="none" spc="0" normalizeH="0" baseline="0" noProof="0" dirty="0">
                <a:ln>
                  <a:noFill/>
                </a:ln>
                <a:solidFill>
                  <a:srgbClr val="FFFFFF"/>
                </a:solidFill>
                <a:effectLst/>
                <a:uLnTx/>
                <a:uFillTx/>
                <a:latin typeface="Arial" panose="020B0604020202020204"/>
                <a:ea typeface="+mn-ea"/>
                <a:cs typeface="+mn-cs"/>
              </a:rPr>
              <a:t>    Full DTR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FFFFFF"/>
                </a:solidFill>
                <a:latin typeface="Arial" panose="020B0604020202020204"/>
              </a:rPr>
              <a:t>       </a:t>
            </a:r>
            <a:r>
              <a:rPr kumimoji="0" lang="en-US" sz="1100" i="0" u="none" strike="noStrike" kern="1200" cap="none" spc="0" normalizeH="0" baseline="0" noProof="0" dirty="0">
                <a:ln>
                  <a:noFill/>
                </a:ln>
                <a:solidFill>
                  <a:srgbClr val="FFFFFF"/>
                </a:solidFill>
                <a:effectLst/>
                <a:uLnTx/>
                <a:uFillTx/>
                <a:latin typeface="Arial" panose="020B0604020202020204"/>
                <a:ea typeface="+mn-ea"/>
                <a:cs typeface="+mn-cs"/>
              </a:rPr>
              <a:t>EHR</a:t>
            </a:r>
          </a:p>
        </p:txBody>
      </p:sp>
      <p:sp>
        <p:nvSpPr>
          <p:cNvPr id="38" name="Arrow: Pentagon 37">
            <a:extLst>
              <a:ext uri="{FF2B5EF4-FFF2-40B4-BE49-F238E27FC236}">
                <a16:creationId xmlns:a16="http://schemas.microsoft.com/office/drawing/2014/main" id="{05ED2950-0F11-C5E1-C515-CECEAFF01425}"/>
              </a:ext>
            </a:extLst>
          </p:cNvPr>
          <p:cNvSpPr/>
          <p:nvPr/>
        </p:nvSpPr>
        <p:spPr>
          <a:xfrm flipH="1">
            <a:off x="4511438" y="4553219"/>
            <a:ext cx="714855" cy="506959"/>
          </a:xfrm>
          <a:prstGeom prst="homePlate">
            <a:avLst>
              <a:gd name="adj" fmla="val 41176"/>
            </a:avLst>
          </a:prstGeom>
          <a:solidFill>
            <a:schemeClr val="accent5">
              <a:lumMod val="20000"/>
              <a:lumOff val="80000"/>
            </a:schemeClr>
          </a:solidFill>
          <a:ln>
            <a:prstDash val="sysDash"/>
          </a:ln>
          <a:effectLst>
            <a:softEdge rad="38100"/>
          </a:effectLst>
        </p:spPr>
        <p:style>
          <a:lnRef idx="2">
            <a:schemeClr val="accent1">
              <a:shade val="15000"/>
            </a:schemeClr>
          </a:lnRef>
          <a:fillRef idx="1">
            <a:schemeClr val="accent1"/>
          </a:fillRef>
          <a:effectRef idx="0">
            <a:schemeClr val="accent1"/>
          </a:effectRef>
          <a:fontRef idx="minor">
            <a:schemeClr val="lt1"/>
          </a:fontRef>
        </p:style>
        <p:txBody>
          <a:bodyPr lIns="82296" rIns="82296"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Native App</a:t>
            </a:r>
          </a:p>
        </p:txBody>
      </p:sp>
      <p:sp>
        <p:nvSpPr>
          <p:cNvPr id="39" name="Rectangle 38">
            <a:extLst>
              <a:ext uri="{FF2B5EF4-FFF2-40B4-BE49-F238E27FC236}">
                <a16:creationId xmlns:a16="http://schemas.microsoft.com/office/drawing/2014/main" id="{4607B400-CF05-CA7B-656C-13049EC42F56}"/>
              </a:ext>
            </a:extLst>
          </p:cNvPr>
          <p:cNvSpPr/>
          <p:nvPr/>
        </p:nvSpPr>
        <p:spPr>
          <a:xfrm>
            <a:off x="4132370" y="3858367"/>
            <a:ext cx="1075645" cy="448065"/>
          </a:xfrm>
          <a:prstGeom prst="rect">
            <a:avLst/>
          </a:prstGeom>
          <a:solidFill>
            <a:schemeClr val="accent5">
              <a:lumMod val="20000"/>
              <a:lumOff val="80000"/>
            </a:schemeClr>
          </a:soli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SMART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35EAC">
                    <a:lumMod val="50000"/>
                  </a:srgbClr>
                </a:solidFill>
                <a:effectLst/>
                <a:uLnTx/>
                <a:uFillTx/>
                <a:latin typeface="Arial" panose="020B0604020202020204"/>
                <a:ea typeface="+mn-ea"/>
                <a:cs typeface="+mn-cs"/>
              </a:rPr>
              <a:t>DTR Client</a:t>
            </a:r>
          </a:p>
        </p:txBody>
      </p:sp>
      <p:sp>
        <p:nvSpPr>
          <p:cNvPr id="41" name="Arrow: Left-Right 40">
            <a:extLst>
              <a:ext uri="{FF2B5EF4-FFF2-40B4-BE49-F238E27FC236}">
                <a16:creationId xmlns:a16="http://schemas.microsoft.com/office/drawing/2014/main" id="{8BAC55F6-FFCE-EE96-2E32-604D1D693C20}"/>
              </a:ext>
            </a:extLst>
          </p:cNvPr>
          <p:cNvSpPr/>
          <p:nvPr/>
        </p:nvSpPr>
        <p:spPr>
          <a:xfrm>
            <a:off x="5216201" y="3890714"/>
            <a:ext cx="1304945" cy="363127"/>
          </a:xfrm>
          <a:prstGeom prst="leftRightArrow">
            <a:avLst>
              <a:gd name="adj1" fmla="val 34616"/>
              <a:gd name="adj2" fmla="val 45433"/>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42" name="Rectangle 41">
            <a:extLst>
              <a:ext uri="{FF2B5EF4-FFF2-40B4-BE49-F238E27FC236}">
                <a16:creationId xmlns:a16="http://schemas.microsoft.com/office/drawing/2014/main" id="{BEF8B076-04EC-56D6-E7CD-74F15439900A}"/>
              </a:ext>
            </a:extLst>
          </p:cNvPr>
          <p:cNvSpPr/>
          <p:nvPr/>
        </p:nvSpPr>
        <p:spPr>
          <a:xfrm>
            <a:off x="6530026" y="3792727"/>
            <a:ext cx="1174474" cy="1379881"/>
          </a:xfrm>
          <a:prstGeom prst="rect">
            <a:avLst/>
          </a:prstGeom>
          <a:gradFill flip="none" rotWithShape="1">
            <a:gsLst>
              <a:gs pos="0">
                <a:srgbClr val="B88C00"/>
              </a:gs>
              <a:gs pos="97000">
                <a:srgbClr val="FFC000"/>
              </a:gs>
            </a:gsLst>
            <a:lin ang="5400000" scaled="1"/>
            <a:tileRect/>
          </a:gradFill>
          <a:ln>
            <a:solidFill>
              <a:schemeClr val="tx1"/>
            </a:solidFill>
          </a:ln>
          <a:effectLst>
            <a:outerShdw blurRad="50800" dist="38100" dir="2700000" algn="tl" rotWithShape="0">
              <a:prstClr val="black">
                <a:alpha val="40000"/>
              </a:prstClr>
            </a:outerShdw>
          </a:effectLst>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i="0" u="none" strike="noStrike" kern="1200" cap="none" spc="0" normalizeH="0" baseline="0" noProof="0" dirty="0">
                <a:ln>
                  <a:noFill/>
                </a:ln>
                <a:solidFill>
                  <a:srgbClr val="FFFFFF"/>
                </a:solidFill>
                <a:effectLst/>
                <a:uLnTx/>
                <a:uFillTx/>
                <a:latin typeface="Arial" panose="020B0604020202020204"/>
                <a:ea typeface="+mn-ea"/>
                <a:cs typeface="+mn-cs"/>
              </a:rPr>
              <a:t>DTR Payer Service</a:t>
            </a:r>
          </a:p>
        </p:txBody>
      </p:sp>
      <p:sp>
        <p:nvSpPr>
          <p:cNvPr id="43" name="Arrow: Left-Right 42">
            <a:extLst>
              <a:ext uri="{FF2B5EF4-FFF2-40B4-BE49-F238E27FC236}">
                <a16:creationId xmlns:a16="http://schemas.microsoft.com/office/drawing/2014/main" id="{9EA66FC6-DF68-3806-D2B1-8B7C688B6859}"/>
              </a:ext>
            </a:extLst>
          </p:cNvPr>
          <p:cNvSpPr/>
          <p:nvPr/>
        </p:nvSpPr>
        <p:spPr>
          <a:xfrm>
            <a:off x="5208014" y="4634030"/>
            <a:ext cx="1313131" cy="363127"/>
          </a:xfrm>
          <a:prstGeom prst="leftRightArrow">
            <a:avLst>
              <a:gd name="adj1" fmla="val 34616"/>
              <a:gd name="adj2" fmla="val 45433"/>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Tree>
    <p:extLst>
      <p:ext uri="{BB962C8B-B14F-4D97-AF65-F5344CB8AC3E}">
        <p14:creationId xmlns:p14="http://schemas.microsoft.com/office/powerpoint/2010/main" val="4240321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3677D3F2-EB5A-D2A8-2F76-9E002FEFC2FD}"/>
            </a:ext>
          </a:extLst>
        </p:cNvPr>
        <p:cNvGrpSpPr/>
        <p:nvPr/>
      </p:nvGrpSpPr>
      <p:grpSpPr>
        <a:xfrm>
          <a:off x="0" y="0"/>
          <a:ext cx="0" cy="0"/>
          <a:chOff x="0" y="0"/>
          <a:chExt cx="0" cy="0"/>
        </a:xfrm>
      </p:grpSpPr>
      <p:sp>
        <p:nvSpPr>
          <p:cNvPr id="30" name="Rectangle: Rounded Corners 29">
            <a:extLst>
              <a:ext uri="{FF2B5EF4-FFF2-40B4-BE49-F238E27FC236}">
                <a16:creationId xmlns:a16="http://schemas.microsoft.com/office/drawing/2014/main" id="{3B818041-A0B8-865D-7DF8-692DBE9E04E1}"/>
              </a:ext>
            </a:extLst>
          </p:cNvPr>
          <p:cNvSpPr/>
          <p:nvPr/>
        </p:nvSpPr>
        <p:spPr>
          <a:xfrm>
            <a:off x="2085122" y="1785583"/>
            <a:ext cx="5028407" cy="605199"/>
          </a:xfrm>
          <a:prstGeom prst="roundRect">
            <a:avLst>
              <a:gd name="adj" fmla="val 0"/>
            </a:avLst>
          </a:prstGeom>
          <a:solidFill>
            <a:srgbClr val="FBF4F3"/>
          </a:solidFill>
          <a:ln w="3175" cap="flat" cmpd="sng" algn="ctr">
            <a:solidFill>
              <a:schemeClr val="accent2">
                <a:lumMod val="40000"/>
                <a:lumOff val="60000"/>
              </a:schemeClr>
            </a:solid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sp>
        <p:nvSpPr>
          <p:cNvPr id="119" name="Rectangle: Rounded Corners 118">
            <a:extLst>
              <a:ext uri="{FF2B5EF4-FFF2-40B4-BE49-F238E27FC236}">
                <a16:creationId xmlns:a16="http://schemas.microsoft.com/office/drawing/2014/main" id="{25522BAF-CFFC-3095-5A7A-92888C739E5E}"/>
              </a:ext>
            </a:extLst>
          </p:cNvPr>
          <p:cNvSpPr/>
          <p:nvPr/>
        </p:nvSpPr>
        <p:spPr>
          <a:xfrm>
            <a:off x="6219179" y="1003582"/>
            <a:ext cx="4160520" cy="668172"/>
          </a:xfrm>
          <a:prstGeom prst="roundRect">
            <a:avLst>
              <a:gd name="adj" fmla="val 11189"/>
            </a:avLst>
          </a:prstGeom>
          <a:solidFill>
            <a:srgbClr val="F6F5EE"/>
          </a:solidFill>
          <a:ln w="3175" cap="flat" cmpd="sng" algn="ctr">
            <a:solidFill>
              <a:srgbClr val="EEECE1">
                <a:lumMod val="50000"/>
              </a:srgbClr>
            </a:solidFill>
            <a:prstDash val="solid"/>
          </a:ln>
          <a:effectLst>
            <a:outerShdw blurRad="50800" dist="38100" dir="2700000" algn="tl" rotWithShape="0">
              <a:prstClr val="black">
                <a:alpha val="40000"/>
              </a:prstClr>
            </a:outerShdw>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white"/>
              </a:solidFill>
              <a:effectLst/>
              <a:uLnTx/>
              <a:uFillTx/>
            </a:endParaRPr>
          </a:p>
        </p:txBody>
      </p:sp>
      <p:sp>
        <p:nvSpPr>
          <p:cNvPr id="120" name="Rectangle: Rounded Corners 119">
            <a:extLst>
              <a:ext uri="{FF2B5EF4-FFF2-40B4-BE49-F238E27FC236}">
                <a16:creationId xmlns:a16="http://schemas.microsoft.com/office/drawing/2014/main" id="{C2C5DB8C-598C-1DF3-9B47-6CD29F087B35}"/>
              </a:ext>
            </a:extLst>
          </p:cNvPr>
          <p:cNvSpPr/>
          <p:nvPr/>
        </p:nvSpPr>
        <p:spPr>
          <a:xfrm>
            <a:off x="1132704" y="1007461"/>
            <a:ext cx="4086777" cy="668172"/>
          </a:xfrm>
          <a:prstGeom prst="roundRect">
            <a:avLst>
              <a:gd name="adj" fmla="val 11189"/>
            </a:avLst>
          </a:prstGeom>
          <a:solidFill>
            <a:srgbClr val="F6F5EE"/>
          </a:solidFill>
          <a:ln w="3175" cap="flat" cmpd="sng" algn="ctr">
            <a:solidFill>
              <a:srgbClr val="EEECE1">
                <a:lumMod val="50000"/>
              </a:srgbClr>
            </a:solidFill>
            <a:prstDash val="solid"/>
          </a:ln>
          <a:effectLst>
            <a:outerShdw blurRad="50800" dist="38100" dir="2700000" algn="tl" rotWithShape="0">
              <a:prstClr val="black">
                <a:alpha val="40000"/>
              </a:prstClr>
            </a:outerShdw>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white"/>
              </a:solidFill>
              <a:effectLst/>
              <a:uLnTx/>
              <a:uFillTx/>
            </a:endParaRPr>
          </a:p>
        </p:txBody>
      </p:sp>
      <p:cxnSp>
        <p:nvCxnSpPr>
          <p:cNvPr id="121" name="Straight Connector 120">
            <a:extLst>
              <a:ext uri="{FF2B5EF4-FFF2-40B4-BE49-F238E27FC236}">
                <a16:creationId xmlns:a16="http://schemas.microsoft.com/office/drawing/2014/main" id="{6F7AB670-3793-E09F-5AD8-3DA6B7887779}"/>
              </a:ext>
            </a:extLst>
          </p:cNvPr>
          <p:cNvCxnSpPr>
            <a:cxnSpLocks/>
          </p:cNvCxnSpPr>
          <p:nvPr/>
        </p:nvCxnSpPr>
        <p:spPr>
          <a:xfrm>
            <a:off x="3161103" y="1566809"/>
            <a:ext cx="0" cy="4572000"/>
          </a:xfrm>
          <a:prstGeom prst="line">
            <a:avLst/>
          </a:prstGeom>
          <a:noFill/>
          <a:ln w="6350" cap="flat" cmpd="sng" algn="ctr">
            <a:solidFill>
              <a:srgbClr val="FFFFFF">
                <a:lumMod val="75000"/>
              </a:srgbClr>
            </a:solidFill>
            <a:prstDash val="dash"/>
            <a:miter lim="800000"/>
          </a:ln>
          <a:effectLst/>
        </p:spPr>
      </p:cxnSp>
      <p:cxnSp>
        <p:nvCxnSpPr>
          <p:cNvPr id="122" name="Straight Connector 121">
            <a:extLst>
              <a:ext uri="{FF2B5EF4-FFF2-40B4-BE49-F238E27FC236}">
                <a16:creationId xmlns:a16="http://schemas.microsoft.com/office/drawing/2014/main" id="{955D0557-E849-D284-0840-E7BD2B8F10CA}"/>
              </a:ext>
            </a:extLst>
          </p:cNvPr>
          <p:cNvCxnSpPr>
            <a:cxnSpLocks/>
          </p:cNvCxnSpPr>
          <p:nvPr/>
        </p:nvCxnSpPr>
        <p:spPr>
          <a:xfrm>
            <a:off x="4656525" y="1566809"/>
            <a:ext cx="0" cy="4572000"/>
          </a:xfrm>
          <a:prstGeom prst="line">
            <a:avLst/>
          </a:prstGeom>
          <a:noFill/>
          <a:ln w="6350" cap="flat" cmpd="sng" algn="ctr">
            <a:solidFill>
              <a:srgbClr val="FFFFFF">
                <a:lumMod val="75000"/>
              </a:srgbClr>
            </a:solidFill>
            <a:prstDash val="dash"/>
            <a:miter lim="800000"/>
          </a:ln>
          <a:effectLst/>
        </p:spPr>
      </p:cxnSp>
      <p:cxnSp>
        <p:nvCxnSpPr>
          <p:cNvPr id="123" name="Straight Connector 122">
            <a:extLst>
              <a:ext uri="{FF2B5EF4-FFF2-40B4-BE49-F238E27FC236}">
                <a16:creationId xmlns:a16="http://schemas.microsoft.com/office/drawing/2014/main" id="{89E97CAB-538D-8D56-88A4-4D92EA0A2E34}"/>
              </a:ext>
            </a:extLst>
          </p:cNvPr>
          <p:cNvCxnSpPr>
            <a:cxnSpLocks/>
          </p:cNvCxnSpPr>
          <p:nvPr/>
        </p:nvCxnSpPr>
        <p:spPr>
          <a:xfrm>
            <a:off x="6870299" y="1566809"/>
            <a:ext cx="0" cy="4572000"/>
          </a:xfrm>
          <a:prstGeom prst="line">
            <a:avLst/>
          </a:prstGeom>
          <a:noFill/>
          <a:ln w="6350" cap="flat" cmpd="sng" algn="ctr">
            <a:solidFill>
              <a:srgbClr val="FFFFFF">
                <a:lumMod val="75000"/>
              </a:srgbClr>
            </a:solidFill>
            <a:prstDash val="dash"/>
            <a:miter lim="800000"/>
          </a:ln>
          <a:effectLst/>
        </p:spPr>
      </p:cxnSp>
      <p:cxnSp>
        <p:nvCxnSpPr>
          <p:cNvPr id="124" name="Straight Connector 123">
            <a:extLst>
              <a:ext uri="{FF2B5EF4-FFF2-40B4-BE49-F238E27FC236}">
                <a16:creationId xmlns:a16="http://schemas.microsoft.com/office/drawing/2014/main" id="{3D3C4E39-742B-F14B-6816-E614D7AA6C0A}"/>
              </a:ext>
            </a:extLst>
          </p:cNvPr>
          <p:cNvCxnSpPr>
            <a:cxnSpLocks/>
          </p:cNvCxnSpPr>
          <p:nvPr/>
        </p:nvCxnSpPr>
        <p:spPr>
          <a:xfrm>
            <a:off x="8306905" y="1566809"/>
            <a:ext cx="0" cy="4572000"/>
          </a:xfrm>
          <a:prstGeom prst="line">
            <a:avLst/>
          </a:prstGeom>
          <a:noFill/>
          <a:ln w="6350" cap="flat" cmpd="sng" algn="ctr">
            <a:solidFill>
              <a:srgbClr val="FFFFFF">
                <a:lumMod val="75000"/>
              </a:srgbClr>
            </a:solidFill>
            <a:prstDash val="dash"/>
            <a:miter lim="800000"/>
          </a:ln>
          <a:effectLst/>
        </p:spPr>
      </p:cxnSp>
      <p:cxnSp>
        <p:nvCxnSpPr>
          <p:cNvPr id="125" name="Straight Connector 124">
            <a:extLst>
              <a:ext uri="{FF2B5EF4-FFF2-40B4-BE49-F238E27FC236}">
                <a16:creationId xmlns:a16="http://schemas.microsoft.com/office/drawing/2014/main" id="{ED823328-F2AF-173C-2D0E-AEB5AD5262C4}"/>
              </a:ext>
            </a:extLst>
          </p:cNvPr>
          <p:cNvCxnSpPr>
            <a:cxnSpLocks/>
          </p:cNvCxnSpPr>
          <p:nvPr/>
        </p:nvCxnSpPr>
        <p:spPr>
          <a:xfrm>
            <a:off x="1715856" y="1566809"/>
            <a:ext cx="0" cy="4572000"/>
          </a:xfrm>
          <a:prstGeom prst="line">
            <a:avLst/>
          </a:prstGeom>
          <a:noFill/>
          <a:ln w="6350" cap="flat" cmpd="sng" algn="ctr">
            <a:solidFill>
              <a:srgbClr val="FFFFFF">
                <a:lumMod val="75000"/>
              </a:srgbClr>
            </a:solidFill>
            <a:prstDash val="dash"/>
            <a:miter lim="800000"/>
          </a:ln>
          <a:effectLst/>
        </p:spPr>
      </p:cxnSp>
      <p:sp>
        <p:nvSpPr>
          <p:cNvPr id="126" name="TextBox 125">
            <a:extLst>
              <a:ext uri="{FF2B5EF4-FFF2-40B4-BE49-F238E27FC236}">
                <a16:creationId xmlns:a16="http://schemas.microsoft.com/office/drawing/2014/main" id="{9E3146AC-8E56-D983-2E99-78829C680D13}"/>
              </a:ext>
            </a:extLst>
          </p:cNvPr>
          <p:cNvSpPr txBox="1"/>
          <p:nvPr/>
        </p:nvSpPr>
        <p:spPr>
          <a:xfrm>
            <a:off x="6305038" y="982321"/>
            <a:ext cx="4086776" cy="260199"/>
          </a:xfrm>
          <a:prstGeom prst="rect">
            <a:avLst/>
          </a:prstGeom>
          <a:noFill/>
        </p:spPr>
        <p:txBody>
          <a:bodyPr wrap="square">
            <a:spAutoFit/>
          </a:bodyPr>
          <a:lstStyle/>
          <a:p>
            <a:pPr algn="ctr" defTabSz="609585" fontAlgn="base">
              <a:spcBef>
                <a:spcPct val="0"/>
              </a:spcBef>
              <a:spcAft>
                <a:spcPct val="0"/>
              </a:spcAft>
            </a:pPr>
            <a:r>
              <a:rPr lang="en-US" sz="1100" b="1" kern="0" dirty="0">
                <a:solidFill>
                  <a:srgbClr val="000000"/>
                </a:solidFill>
                <a:latin typeface="Calibri" panose="020F0502020204030204"/>
                <a:ea typeface="ヒラギノ角ゴ Pro W3" pitchFamily="-126" charset="-128"/>
                <a:cs typeface="Calibri" panose="020F0502020204030204" pitchFamily="34" charset="0"/>
              </a:rPr>
              <a:t>Payer System</a:t>
            </a:r>
          </a:p>
        </p:txBody>
      </p:sp>
      <p:sp>
        <p:nvSpPr>
          <p:cNvPr id="127" name="Rectangle: Rounded Corners 126">
            <a:extLst>
              <a:ext uri="{FF2B5EF4-FFF2-40B4-BE49-F238E27FC236}">
                <a16:creationId xmlns:a16="http://schemas.microsoft.com/office/drawing/2014/main" id="{5D320727-9F92-389C-F43D-655D5FA5459D}"/>
              </a:ext>
            </a:extLst>
          </p:cNvPr>
          <p:cNvSpPr/>
          <p:nvPr/>
        </p:nvSpPr>
        <p:spPr>
          <a:xfrm>
            <a:off x="4704257" y="3814238"/>
            <a:ext cx="5283769" cy="1591197"/>
          </a:xfrm>
          <a:prstGeom prst="roundRect">
            <a:avLst>
              <a:gd name="adj" fmla="val 463"/>
            </a:avLst>
          </a:prstGeom>
          <a:solidFill>
            <a:srgbClr val="F0F4FA"/>
          </a:solidFill>
          <a:ln w="3175" cap="flat" cmpd="sng" algn="ctr">
            <a:solidFill>
              <a:srgbClr val="E6EDF6"/>
            </a:solidFill>
            <a:prstDash val="solid"/>
          </a:ln>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white"/>
              </a:solidFill>
              <a:effectLst/>
              <a:uLnTx/>
              <a:uFillTx/>
            </a:endParaRPr>
          </a:p>
        </p:txBody>
      </p:sp>
      <p:sp>
        <p:nvSpPr>
          <p:cNvPr id="128" name="Rectangle: Rounded Corners 127">
            <a:extLst>
              <a:ext uri="{FF2B5EF4-FFF2-40B4-BE49-F238E27FC236}">
                <a16:creationId xmlns:a16="http://schemas.microsoft.com/office/drawing/2014/main" id="{1879E12F-8A41-7D41-4B4E-9A86A77AD746}"/>
              </a:ext>
            </a:extLst>
          </p:cNvPr>
          <p:cNvSpPr/>
          <p:nvPr/>
        </p:nvSpPr>
        <p:spPr>
          <a:xfrm>
            <a:off x="1669496" y="2491854"/>
            <a:ext cx="85344" cy="2316480"/>
          </a:xfrm>
          <a:prstGeom prst="roundRect">
            <a:avLst>
              <a:gd name="adj" fmla="val 0"/>
            </a:avLst>
          </a:prstGeom>
          <a:solidFill>
            <a:sysClr val="window" lastClr="FFFFFF"/>
          </a:solidFill>
          <a:ln w="9525" cap="flat" cmpd="sng" algn="ctr">
            <a:solidFill>
              <a:srgbClr val="FFFFFF">
                <a:lumMod val="75000"/>
              </a:srgbClr>
            </a:solidFill>
            <a:prstDash val="solid"/>
            <a:miter lim="800000"/>
          </a:ln>
          <a:effectLst/>
        </p:spPr>
        <p:txBody>
          <a:bodyPr lIns="0" rIns="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91" b="0" i="0" u="none" strike="noStrike" kern="0" cap="none" spc="0" normalizeH="0" baseline="0" noProof="0" dirty="0">
              <a:ln>
                <a:noFill/>
              </a:ln>
              <a:solidFill>
                <a:srgbClr val="000000"/>
              </a:solidFill>
              <a:effectLst/>
              <a:uLnTx/>
              <a:uFillTx/>
              <a:latin typeface="Calibri" panose="020F0502020204030204"/>
              <a:ea typeface="ヒラギノ角ゴ Pro W3" pitchFamily="-126" charset="-128"/>
              <a:cs typeface="Calibri" panose="020F0502020204030204" pitchFamily="34" charset="0"/>
            </a:endParaRPr>
          </a:p>
        </p:txBody>
      </p:sp>
      <p:grpSp>
        <p:nvGrpSpPr>
          <p:cNvPr id="129" name="Group 128">
            <a:extLst>
              <a:ext uri="{FF2B5EF4-FFF2-40B4-BE49-F238E27FC236}">
                <a16:creationId xmlns:a16="http://schemas.microsoft.com/office/drawing/2014/main" id="{39F874A5-9B12-F8CE-7346-087B68CEC0CA}"/>
              </a:ext>
            </a:extLst>
          </p:cNvPr>
          <p:cNvGrpSpPr/>
          <p:nvPr/>
        </p:nvGrpSpPr>
        <p:grpSpPr>
          <a:xfrm>
            <a:off x="1757458" y="2472034"/>
            <a:ext cx="1369891" cy="308920"/>
            <a:chOff x="2034988" y="2043702"/>
            <a:chExt cx="1027418" cy="231690"/>
          </a:xfrm>
        </p:grpSpPr>
        <p:sp>
          <p:nvSpPr>
            <p:cNvPr id="130" name="TextBox 129">
              <a:extLst>
                <a:ext uri="{FF2B5EF4-FFF2-40B4-BE49-F238E27FC236}">
                  <a16:creationId xmlns:a16="http://schemas.microsoft.com/office/drawing/2014/main" id="{03B35C62-A7BE-E2F5-A1AB-9E2D6C952EB7}"/>
                </a:ext>
              </a:extLst>
            </p:cNvPr>
            <p:cNvSpPr txBox="1"/>
            <p:nvPr/>
          </p:nvSpPr>
          <p:spPr>
            <a:xfrm>
              <a:off x="2041915" y="2043702"/>
              <a:ext cx="1020491" cy="212847"/>
            </a:xfrm>
            <a:prstGeom prst="rect">
              <a:avLst/>
            </a:prstGeom>
            <a:noFill/>
          </p:spPr>
          <p:txBody>
            <a:bodyPr wrap="square" lIns="0" tIns="0" rIns="0" bIns="0">
              <a:spAutoFit/>
            </a:bodyPr>
            <a:lstStyle/>
            <a:p>
              <a:pPr algn="ctr" defTabSz="1219170">
                <a:lnSpc>
                  <a:spcPts val="1100"/>
                </a:lnSpc>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Request DTR </a:t>
              </a:r>
            </a:p>
            <a:p>
              <a:pPr algn="ctr" defTabSz="1219170">
                <a:lnSpc>
                  <a:spcPts val="1100"/>
                </a:lnSpc>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and establish context</a:t>
              </a:r>
            </a:p>
          </p:txBody>
        </p:sp>
        <p:cxnSp>
          <p:nvCxnSpPr>
            <p:cNvPr id="131" name="Straight Arrow Connector 130">
              <a:extLst>
                <a:ext uri="{FF2B5EF4-FFF2-40B4-BE49-F238E27FC236}">
                  <a16:creationId xmlns:a16="http://schemas.microsoft.com/office/drawing/2014/main" id="{86DFEB53-59D7-65D8-2323-17B29BBAF594}"/>
                </a:ext>
              </a:extLst>
            </p:cNvPr>
            <p:cNvCxnSpPr>
              <a:cxnSpLocks/>
            </p:cNvCxnSpPr>
            <p:nvPr/>
          </p:nvCxnSpPr>
          <p:spPr>
            <a:xfrm flipH="1">
              <a:off x="2034988" y="2275392"/>
              <a:ext cx="1013447" cy="0"/>
            </a:xfrm>
            <a:prstGeom prst="straightConnector1">
              <a:avLst/>
            </a:prstGeom>
            <a:noFill/>
            <a:ln w="6350" cap="flat" cmpd="sng" algn="ctr">
              <a:solidFill>
                <a:schemeClr val="tx1"/>
              </a:solidFill>
              <a:prstDash val="dash"/>
              <a:miter lim="800000"/>
              <a:headEnd type="triangle"/>
              <a:tailEnd type="none"/>
            </a:ln>
            <a:effectLst/>
          </p:spPr>
        </p:cxnSp>
      </p:grpSp>
      <p:sp>
        <p:nvSpPr>
          <p:cNvPr id="132" name="Rectangle: Rounded Corners 131">
            <a:extLst>
              <a:ext uri="{FF2B5EF4-FFF2-40B4-BE49-F238E27FC236}">
                <a16:creationId xmlns:a16="http://schemas.microsoft.com/office/drawing/2014/main" id="{B3751647-2928-C22E-87E7-07AE2BB8A1EB}"/>
              </a:ext>
            </a:extLst>
          </p:cNvPr>
          <p:cNvSpPr/>
          <p:nvPr/>
        </p:nvSpPr>
        <p:spPr>
          <a:xfrm>
            <a:off x="3120383" y="2486276"/>
            <a:ext cx="85344" cy="3657600"/>
          </a:xfrm>
          <a:prstGeom prst="roundRect">
            <a:avLst>
              <a:gd name="adj" fmla="val 0"/>
            </a:avLst>
          </a:prstGeom>
          <a:solidFill>
            <a:sysClr val="window" lastClr="FFFFFF"/>
          </a:solidFill>
          <a:ln w="9525" cap="flat" cmpd="sng" algn="ctr">
            <a:solidFill>
              <a:srgbClr val="FFFFFF">
                <a:lumMod val="75000"/>
              </a:srgbClr>
            </a:solidFill>
            <a:prstDash val="solid"/>
            <a:miter lim="800000"/>
          </a:ln>
          <a:effectLst/>
        </p:spPr>
        <p:txBody>
          <a:bodyPr lIns="0" rIns="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91" b="0" i="0" u="none" strike="noStrike" kern="0" cap="none" spc="0" normalizeH="0" baseline="0" noProof="0" dirty="0">
              <a:ln>
                <a:noFill/>
              </a:ln>
              <a:solidFill>
                <a:srgbClr val="000000"/>
              </a:solidFill>
              <a:effectLst/>
              <a:uLnTx/>
              <a:uFillTx/>
              <a:latin typeface="Calibri" panose="020F0502020204030204"/>
              <a:ea typeface="ヒラギノ角ゴ Pro W3" pitchFamily="-126" charset="-128"/>
              <a:cs typeface="Calibri" panose="020F0502020204030204" pitchFamily="34" charset="0"/>
            </a:endParaRPr>
          </a:p>
        </p:txBody>
      </p:sp>
      <p:grpSp>
        <p:nvGrpSpPr>
          <p:cNvPr id="133" name="Group 132">
            <a:extLst>
              <a:ext uri="{FF2B5EF4-FFF2-40B4-BE49-F238E27FC236}">
                <a16:creationId xmlns:a16="http://schemas.microsoft.com/office/drawing/2014/main" id="{6556C74A-4133-CBB3-5645-F6EEAB7D23FD}"/>
              </a:ext>
            </a:extLst>
          </p:cNvPr>
          <p:cNvGrpSpPr/>
          <p:nvPr/>
        </p:nvGrpSpPr>
        <p:grpSpPr>
          <a:xfrm>
            <a:off x="3187441" y="2801833"/>
            <a:ext cx="1454030" cy="161909"/>
            <a:chOff x="3107477" y="2627785"/>
            <a:chExt cx="1090523" cy="121431"/>
          </a:xfrm>
        </p:grpSpPr>
        <p:cxnSp>
          <p:nvCxnSpPr>
            <p:cNvPr id="134" name="Straight Arrow Connector 133">
              <a:extLst>
                <a:ext uri="{FF2B5EF4-FFF2-40B4-BE49-F238E27FC236}">
                  <a16:creationId xmlns:a16="http://schemas.microsoft.com/office/drawing/2014/main" id="{B3A396C9-C8C5-7CDC-F9A3-840A635BC4FB}"/>
                </a:ext>
              </a:extLst>
            </p:cNvPr>
            <p:cNvCxnSpPr>
              <a:cxnSpLocks/>
            </p:cNvCxnSpPr>
            <p:nvPr/>
          </p:nvCxnSpPr>
          <p:spPr>
            <a:xfrm>
              <a:off x="3135557" y="2749216"/>
              <a:ext cx="1045380" cy="0"/>
            </a:xfrm>
            <a:prstGeom prst="straightConnector1">
              <a:avLst/>
            </a:prstGeom>
            <a:noFill/>
            <a:ln w="6350" cap="flat" cmpd="sng" algn="ctr">
              <a:solidFill>
                <a:srgbClr val="000000"/>
              </a:solidFill>
              <a:prstDash val="solid"/>
              <a:miter lim="800000"/>
              <a:tailEnd type="triangle"/>
            </a:ln>
            <a:effectLst/>
          </p:spPr>
        </p:cxnSp>
        <p:sp>
          <p:nvSpPr>
            <p:cNvPr id="135" name="TextBox 134">
              <a:extLst>
                <a:ext uri="{FF2B5EF4-FFF2-40B4-BE49-F238E27FC236}">
                  <a16:creationId xmlns:a16="http://schemas.microsoft.com/office/drawing/2014/main" id="{60D99594-7825-4F3B-711D-A07E48CA880B}"/>
                </a:ext>
              </a:extLst>
            </p:cNvPr>
            <p:cNvSpPr txBox="1"/>
            <p:nvPr/>
          </p:nvSpPr>
          <p:spPr>
            <a:xfrm>
              <a:off x="3107477" y="2627785"/>
              <a:ext cx="1090523" cy="105991"/>
            </a:xfrm>
            <a:prstGeom prst="rect">
              <a:avLst/>
            </a:prstGeom>
            <a:noFill/>
          </p:spPr>
          <p:txBody>
            <a:bodyPr wrap="square" lIns="0" tIns="0" rIns="0" bIns="0">
              <a:spAutoFit/>
            </a:bodyPr>
            <a:lstStyle/>
            <a:p>
              <a:pPr algn="ctr" defTabSz="1219170">
                <a:lnSpc>
                  <a:spcPts val="1100"/>
                </a:lnSpc>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Launch DTR with context</a:t>
              </a:r>
            </a:p>
          </p:txBody>
        </p:sp>
      </p:grpSp>
      <p:sp>
        <p:nvSpPr>
          <p:cNvPr id="136" name="Rectangle: Rounded Corners 135">
            <a:extLst>
              <a:ext uri="{FF2B5EF4-FFF2-40B4-BE49-F238E27FC236}">
                <a16:creationId xmlns:a16="http://schemas.microsoft.com/office/drawing/2014/main" id="{A24C5549-A707-9ED7-530B-F5A9743E4598}"/>
              </a:ext>
            </a:extLst>
          </p:cNvPr>
          <p:cNvSpPr/>
          <p:nvPr/>
        </p:nvSpPr>
        <p:spPr>
          <a:xfrm>
            <a:off x="6824568" y="2898079"/>
            <a:ext cx="85344" cy="2834640"/>
          </a:xfrm>
          <a:prstGeom prst="roundRect">
            <a:avLst>
              <a:gd name="adj" fmla="val 0"/>
            </a:avLst>
          </a:prstGeom>
          <a:solidFill>
            <a:sysClr val="window" lastClr="FFFFFF"/>
          </a:solidFill>
          <a:ln w="9525" cap="flat" cmpd="sng" algn="ctr">
            <a:solidFill>
              <a:srgbClr val="FFFFFF">
                <a:lumMod val="75000"/>
              </a:srgbClr>
            </a:solidFill>
            <a:prstDash val="solid"/>
            <a:miter lim="800000"/>
          </a:ln>
          <a:effectLst/>
        </p:spPr>
        <p:txBody>
          <a:bodyPr lIns="0" rIns="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91" b="0" i="0" u="none" strike="noStrike" kern="0" cap="none" spc="0" normalizeH="0" baseline="0" noProof="0" dirty="0">
              <a:ln>
                <a:noFill/>
              </a:ln>
              <a:solidFill>
                <a:srgbClr val="000000"/>
              </a:solidFill>
              <a:effectLst/>
              <a:uLnTx/>
              <a:uFillTx/>
              <a:latin typeface="Calibri" panose="020F0502020204030204"/>
              <a:ea typeface="ヒラギノ角ゴ Pro W3" pitchFamily="-126" charset="-128"/>
              <a:cs typeface="Calibri" panose="020F0502020204030204" pitchFamily="34" charset="0"/>
            </a:endParaRPr>
          </a:p>
        </p:txBody>
      </p:sp>
      <p:sp>
        <p:nvSpPr>
          <p:cNvPr id="137" name="Rectangle: Rounded Corners 136">
            <a:extLst>
              <a:ext uri="{FF2B5EF4-FFF2-40B4-BE49-F238E27FC236}">
                <a16:creationId xmlns:a16="http://schemas.microsoft.com/office/drawing/2014/main" id="{863ECC76-3BA1-1BC2-C4ED-9DAC24AEC2D1}"/>
              </a:ext>
            </a:extLst>
          </p:cNvPr>
          <p:cNvSpPr/>
          <p:nvPr/>
        </p:nvSpPr>
        <p:spPr>
          <a:xfrm>
            <a:off x="8264709" y="2898079"/>
            <a:ext cx="85344" cy="2834640"/>
          </a:xfrm>
          <a:prstGeom prst="roundRect">
            <a:avLst>
              <a:gd name="adj" fmla="val 0"/>
            </a:avLst>
          </a:prstGeom>
          <a:solidFill>
            <a:sysClr val="window" lastClr="FFFFFF"/>
          </a:solidFill>
          <a:ln w="9525" cap="flat" cmpd="sng" algn="ctr">
            <a:solidFill>
              <a:srgbClr val="FFFFFF">
                <a:lumMod val="75000"/>
              </a:srgbClr>
            </a:solidFill>
            <a:prstDash val="solid"/>
            <a:miter lim="800000"/>
          </a:ln>
          <a:effectLst/>
        </p:spPr>
        <p:txBody>
          <a:bodyPr lIns="0" rIns="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91" b="0" i="0" u="none" strike="noStrike" kern="0" cap="none" spc="0" normalizeH="0" baseline="0" noProof="0" dirty="0">
              <a:ln>
                <a:noFill/>
              </a:ln>
              <a:solidFill>
                <a:srgbClr val="000000"/>
              </a:solidFill>
              <a:effectLst/>
              <a:uLnTx/>
              <a:uFillTx/>
              <a:latin typeface="Calibri" panose="020F0502020204030204"/>
              <a:ea typeface="ヒラギノ角ゴ Pro W3" pitchFamily="-126" charset="-128"/>
              <a:cs typeface="Calibri" panose="020F0502020204030204" pitchFamily="34" charset="0"/>
            </a:endParaRPr>
          </a:p>
        </p:txBody>
      </p:sp>
      <p:grpSp>
        <p:nvGrpSpPr>
          <p:cNvPr id="138" name="Group 137">
            <a:extLst>
              <a:ext uri="{FF2B5EF4-FFF2-40B4-BE49-F238E27FC236}">
                <a16:creationId xmlns:a16="http://schemas.microsoft.com/office/drawing/2014/main" id="{E31A440F-C1F9-52A0-D223-C1512B784D05}"/>
              </a:ext>
            </a:extLst>
          </p:cNvPr>
          <p:cNvGrpSpPr/>
          <p:nvPr/>
        </p:nvGrpSpPr>
        <p:grpSpPr>
          <a:xfrm>
            <a:off x="3224883" y="3796278"/>
            <a:ext cx="1393840" cy="169079"/>
            <a:chOff x="3135557" y="3181463"/>
            <a:chExt cx="1045380" cy="126809"/>
          </a:xfrm>
        </p:grpSpPr>
        <p:cxnSp>
          <p:nvCxnSpPr>
            <p:cNvPr id="139" name="Straight Arrow Connector 138">
              <a:extLst>
                <a:ext uri="{FF2B5EF4-FFF2-40B4-BE49-F238E27FC236}">
                  <a16:creationId xmlns:a16="http://schemas.microsoft.com/office/drawing/2014/main" id="{931A37C4-BA0F-40B4-267D-251C53E25A7F}"/>
                </a:ext>
              </a:extLst>
            </p:cNvPr>
            <p:cNvCxnSpPr>
              <a:cxnSpLocks/>
            </p:cNvCxnSpPr>
            <p:nvPr/>
          </p:nvCxnSpPr>
          <p:spPr>
            <a:xfrm>
              <a:off x="3135557" y="3308272"/>
              <a:ext cx="1045380" cy="0"/>
            </a:xfrm>
            <a:prstGeom prst="straightConnector1">
              <a:avLst/>
            </a:prstGeom>
            <a:noFill/>
            <a:ln w="6350" cap="flat" cmpd="sng" algn="ctr">
              <a:solidFill>
                <a:srgbClr val="000000"/>
              </a:solidFill>
              <a:prstDash val="solid"/>
              <a:miter lim="800000"/>
              <a:headEnd type="triangle"/>
              <a:tailEnd type="triangle"/>
            </a:ln>
            <a:effectLst/>
          </p:spPr>
        </p:cxnSp>
        <p:sp>
          <p:nvSpPr>
            <p:cNvPr id="140" name="TextBox 139">
              <a:extLst>
                <a:ext uri="{FF2B5EF4-FFF2-40B4-BE49-F238E27FC236}">
                  <a16:creationId xmlns:a16="http://schemas.microsoft.com/office/drawing/2014/main" id="{A70C2151-C32B-AE49-0534-07B5FCCB4398}"/>
                </a:ext>
              </a:extLst>
            </p:cNvPr>
            <p:cNvSpPr txBox="1"/>
            <p:nvPr/>
          </p:nvSpPr>
          <p:spPr>
            <a:xfrm>
              <a:off x="3201306" y="3181463"/>
              <a:ext cx="918878" cy="125900"/>
            </a:xfrm>
            <a:prstGeom prst="rect">
              <a:avLst/>
            </a:prstGeom>
            <a:noFill/>
          </p:spPr>
          <p:txBody>
            <a:bodyPr wrap="square" lIns="0" tIns="0" rIns="0" bIns="0">
              <a:spAutoFit/>
            </a:bodyP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Pre-populate Form</a:t>
              </a:r>
            </a:p>
          </p:txBody>
        </p:sp>
      </p:grpSp>
      <p:grpSp>
        <p:nvGrpSpPr>
          <p:cNvPr id="141" name="Group 140">
            <a:extLst>
              <a:ext uri="{FF2B5EF4-FFF2-40B4-BE49-F238E27FC236}">
                <a16:creationId xmlns:a16="http://schemas.microsoft.com/office/drawing/2014/main" id="{5CE83ECF-945B-50E9-2E60-BE959536D795}"/>
              </a:ext>
            </a:extLst>
          </p:cNvPr>
          <p:cNvGrpSpPr/>
          <p:nvPr/>
        </p:nvGrpSpPr>
        <p:grpSpPr>
          <a:xfrm>
            <a:off x="1766694" y="4093822"/>
            <a:ext cx="2852029" cy="217111"/>
            <a:chOff x="2041915" y="3623359"/>
            <a:chExt cx="2139022" cy="162833"/>
          </a:xfrm>
        </p:grpSpPr>
        <p:sp>
          <p:nvSpPr>
            <p:cNvPr id="142" name="TextBox 141">
              <a:extLst>
                <a:ext uri="{FF2B5EF4-FFF2-40B4-BE49-F238E27FC236}">
                  <a16:creationId xmlns:a16="http://schemas.microsoft.com/office/drawing/2014/main" id="{44BD9607-98F8-5955-2E5C-9FDD6BC57ED6}"/>
                </a:ext>
              </a:extLst>
            </p:cNvPr>
            <p:cNvSpPr txBox="1"/>
            <p:nvPr/>
          </p:nvSpPr>
          <p:spPr>
            <a:xfrm>
              <a:off x="2167812" y="3623359"/>
              <a:ext cx="1893364" cy="162833"/>
            </a:xfrm>
            <a:prstGeom prst="rect">
              <a:avLst/>
            </a:prstGeom>
            <a:solidFill>
              <a:schemeClr val="bg1"/>
            </a:solidFill>
          </p:spPr>
          <p:txBody>
            <a:bodyPr wrap="square" lIns="0" tIns="0" rIns="0" bIns="48768">
              <a:spAutoFit/>
            </a:bodyPr>
            <a:lstStyle/>
            <a:p>
              <a:pPr algn="ctr" defTabSz="1219170">
                <a:defRPr/>
              </a:pPr>
              <a:r>
                <a:rPr lang="en-US" sz="1050" kern="0" dirty="0">
                  <a:solidFill>
                    <a:prstClr val="black">
                      <a:lumMod val="75000"/>
                      <a:lumOff val="25000"/>
                    </a:prstClr>
                  </a:solidFill>
                  <a:latin typeface="Calibri" panose="020F0502020204030204"/>
                  <a:ea typeface="ヒラギノ角ゴ Pro W3" pitchFamily="-126" charset="-128"/>
                  <a:cs typeface="Calibri" panose="020F0502020204030204" pitchFamily="34" charset="0"/>
                </a:rPr>
                <a:t>Collect missing information and/or review</a:t>
              </a:r>
            </a:p>
          </p:txBody>
        </p:sp>
        <p:cxnSp>
          <p:nvCxnSpPr>
            <p:cNvPr id="143" name="Straight Arrow Connector 142">
              <a:extLst>
                <a:ext uri="{FF2B5EF4-FFF2-40B4-BE49-F238E27FC236}">
                  <a16:creationId xmlns:a16="http://schemas.microsoft.com/office/drawing/2014/main" id="{5679DD90-8AB7-F82B-6DE9-48937D154018}"/>
                </a:ext>
              </a:extLst>
            </p:cNvPr>
            <p:cNvCxnSpPr>
              <a:cxnSpLocks/>
            </p:cNvCxnSpPr>
            <p:nvPr/>
          </p:nvCxnSpPr>
          <p:spPr>
            <a:xfrm flipH="1">
              <a:off x="2041915" y="3759381"/>
              <a:ext cx="2139022" cy="0"/>
            </a:xfrm>
            <a:prstGeom prst="straightConnector1">
              <a:avLst/>
            </a:prstGeom>
            <a:noFill/>
            <a:ln w="6350" cap="flat" cmpd="sng" algn="ctr">
              <a:solidFill>
                <a:schemeClr val="tx1">
                  <a:lumMod val="50000"/>
                  <a:lumOff val="50000"/>
                </a:schemeClr>
              </a:solidFill>
              <a:prstDash val="dash"/>
              <a:miter lim="800000"/>
              <a:headEnd type="triangle"/>
              <a:tailEnd type="triangle"/>
            </a:ln>
            <a:effectLst/>
          </p:spPr>
        </p:cxnSp>
      </p:grpSp>
      <p:grpSp>
        <p:nvGrpSpPr>
          <p:cNvPr id="144" name="Group 143">
            <a:extLst>
              <a:ext uri="{FF2B5EF4-FFF2-40B4-BE49-F238E27FC236}">
                <a16:creationId xmlns:a16="http://schemas.microsoft.com/office/drawing/2014/main" id="{197A31E3-E554-AFFD-8C00-212C8D4BFF64}"/>
              </a:ext>
            </a:extLst>
          </p:cNvPr>
          <p:cNvGrpSpPr/>
          <p:nvPr/>
        </p:nvGrpSpPr>
        <p:grpSpPr>
          <a:xfrm>
            <a:off x="4692028" y="3414130"/>
            <a:ext cx="2103120" cy="175721"/>
            <a:chOff x="4426865" y="3037329"/>
            <a:chExt cx="1577340" cy="131791"/>
          </a:xfrm>
        </p:grpSpPr>
        <p:cxnSp>
          <p:nvCxnSpPr>
            <p:cNvPr id="145" name="Straight Arrow Connector 144">
              <a:extLst>
                <a:ext uri="{FF2B5EF4-FFF2-40B4-BE49-F238E27FC236}">
                  <a16:creationId xmlns:a16="http://schemas.microsoft.com/office/drawing/2014/main" id="{2218A35A-7C54-D5A5-DAE8-2063407476B3}"/>
                </a:ext>
              </a:extLst>
            </p:cNvPr>
            <p:cNvCxnSpPr>
              <a:cxnSpLocks/>
            </p:cNvCxnSpPr>
            <p:nvPr/>
          </p:nvCxnSpPr>
          <p:spPr>
            <a:xfrm flipH="1">
              <a:off x="4426865" y="3169120"/>
              <a:ext cx="1577340" cy="0"/>
            </a:xfrm>
            <a:prstGeom prst="straightConnector1">
              <a:avLst/>
            </a:prstGeom>
            <a:noFill/>
            <a:ln w="6350" cap="flat" cmpd="sng" algn="ctr">
              <a:solidFill>
                <a:srgbClr val="000000"/>
              </a:solidFill>
              <a:prstDash val="solid"/>
              <a:miter lim="800000"/>
              <a:tailEnd type="triangle"/>
            </a:ln>
            <a:effectLst/>
          </p:spPr>
        </p:cxnSp>
        <p:sp>
          <p:nvSpPr>
            <p:cNvPr id="146" name="TextBox 145">
              <a:extLst>
                <a:ext uri="{FF2B5EF4-FFF2-40B4-BE49-F238E27FC236}">
                  <a16:creationId xmlns:a16="http://schemas.microsoft.com/office/drawing/2014/main" id="{539EF365-CFBC-3F2D-E53E-A19C7ECAA2B5}"/>
                </a:ext>
              </a:extLst>
            </p:cNvPr>
            <p:cNvSpPr txBox="1"/>
            <p:nvPr/>
          </p:nvSpPr>
          <p:spPr>
            <a:xfrm>
              <a:off x="4488829" y="3037329"/>
              <a:ext cx="1418501" cy="125900"/>
            </a:xfrm>
            <a:prstGeom prst="rect">
              <a:avLst/>
            </a:prstGeom>
            <a:noFill/>
          </p:spPr>
          <p:txBody>
            <a:bodyPr wrap="square" lIns="0" tIns="0" rIns="0" bIns="0">
              <a:spAutoFit/>
            </a:bodyPr>
            <a:lstStyle/>
            <a:p>
              <a:pPr algn="ctr" defTabSz="609585" fontAlgn="base">
                <a:spcBef>
                  <a:spcPct val="0"/>
                </a:spcBef>
                <a:spcAft>
                  <a:spcPct val="0"/>
                </a:spcAft>
              </a:pPr>
              <a:r>
                <a:rPr lang="en-US" sz="1050" dirty="0">
                  <a:solidFill>
                    <a:srgbClr val="000000"/>
                  </a:solidFill>
                  <a:latin typeface="Calibri" panose="020F0502020204030204"/>
                  <a:ea typeface="ヒラギノ角ゴ Pro W3" pitchFamily="-126" charset="-128"/>
                  <a:cs typeface="Calibri" panose="020F0502020204030204" pitchFamily="34" charset="0"/>
                </a:rPr>
                <a:t>Return Questionnaire Package</a:t>
              </a:r>
            </a:p>
          </p:txBody>
        </p:sp>
      </p:grpSp>
      <p:grpSp>
        <p:nvGrpSpPr>
          <p:cNvPr id="147" name="Group 146">
            <a:extLst>
              <a:ext uri="{FF2B5EF4-FFF2-40B4-BE49-F238E27FC236}">
                <a16:creationId xmlns:a16="http://schemas.microsoft.com/office/drawing/2014/main" id="{6A2FC3F4-0BEE-1D48-0C41-2ADD5F66F9AC}"/>
              </a:ext>
            </a:extLst>
          </p:cNvPr>
          <p:cNvGrpSpPr/>
          <p:nvPr/>
        </p:nvGrpSpPr>
        <p:grpSpPr>
          <a:xfrm>
            <a:off x="3215434" y="5389478"/>
            <a:ext cx="1413532" cy="309479"/>
            <a:chOff x="3128470" y="4114239"/>
            <a:chExt cx="1060149" cy="232109"/>
          </a:xfrm>
        </p:grpSpPr>
        <p:sp>
          <p:nvSpPr>
            <p:cNvPr id="148" name="TextBox 147">
              <a:extLst>
                <a:ext uri="{FF2B5EF4-FFF2-40B4-BE49-F238E27FC236}">
                  <a16:creationId xmlns:a16="http://schemas.microsoft.com/office/drawing/2014/main" id="{CCBEF7B8-6818-BC5C-39C2-1F4FC2F6AF50}"/>
                </a:ext>
              </a:extLst>
            </p:cNvPr>
            <p:cNvSpPr txBox="1"/>
            <p:nvPr/>
          </p:nvSpPr>
          <p:spPr>
            <a:xfrm>
              <a:off x="3132188" y="4114239"/>
              <a:ext cx="1056431" cy="212847"/>
            </a:xfrm>
            <a:prstGeom prst="rect">
              <a:avLst/>
            </a:prstGeom>
            <a:solidFill>
              <a:schemeClr val="bg1"/>
            </a:solidFill>
          </p:spPr>
          <p:txBody>
            <a:bodyPr wrap="square" lIns="0" tIns="0" rIns="0" bIns="0">
              <a:spAutoFit/>
            </a:bodyPr>
            <a:lstStyle/>
            <a:p>
              <a:pPr algn="ctr" defTabSz="1219170">
                <a:lnSpc>
                  <a:spcPts val="1100"/>
                </a:lnSpc>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Save Completed QuestionnaireResponse</a:t>
              </a:r>
            </a:p>
          </p:txBody>
        </p:sp>
        <p:cxnSp>
          <p:nvCxnSpPr>
            <p:cNvPr id="149" name="Straight Arrow Connector 148">
              <a:extLst>
                <a:ext uri="{FF2B5EF4-FFF2-40B4-BE49-F238E27FC236}">
                  <a16:creationId xmlns:a16="http://schemas.microsoft.com/office/drawing/2014/main" id="{9CEC0F6E-D030-5161-571F-91C74B76B95F}"/>
                </a:ext>
              </a:extLst>
            </p:cNvPr>
            <p:cNvCxnSpPr>
              <a:cxnSpLocks/>
            </p:cNvCxnSpPr>
            <p:nvPr/>
          </p:nvCxnSpPr>
          <p:spPr>
            <a:xfrm>
              <a:off x="3128470" y="4346348"/>
              <a:ext cx="1042416" cy="0"/>
            </a:xfrm>
            <a:prstGeom prst="straightConnector1">
              <a:avLst/>
            </a:prstGeom>
            <a:noFill/>
            <a:ln w="6350" cap="flat" cmpd="sng" algn="ctr">
              <a:solidFill>
                <a:srgbClr val="000000"/>
              </a:solidFill>
              <a:prstDash val="solid"/>
              <a:miter lim="800000"/>
              <a:headEnd type="triangle"/>
              <a:tailEnd type="none"/>
            </a:ln>
            <a:effectLst/>
          </p:spPr>
        </p:cxnSp>
      </p:grpSp>
      <p:grpSp>
        <p:nvGrpSpPr>
          <p:cNvPr id="150" name="Group 149">
            <a:extLst>
              <a:ext uri="{FF2B5EF4-FFF2-40B4-BE49-F238E27FC236}">
                <a16:creationId xmlns:a16="http://schemas.microsoft.com/office/drawing/2014/main" id="{A395C821-AF17-59AE-C6C6-E856B25D9494}"/>
              </a:ext>
            </a:extLst>
          </p:cNvPr>
          <p:cNvGrpSpPr/>
          <p:nvPr/>
        </p:nvGrpSpPr>
        <p:grpSpPr>
          <a:xfrm>
            <a:off x="4701359" y="5075730"/>
            <a:ext cx="2103120" cy="184647"/>
            <a:chOff x="4433863" y="4115391"/>
            <a:chExt cx="1577340" cy="138485"/>
          </a:xfrm>
        </p:grpSpPr>
        <p:sp>
          <p:nvSpPr>
            <p:cNvPr id="151" name="TextBox 150">
              <a:extLst>
                <a:ext uri="{FF2B5EF4-FFF2-40B4-BE49-F238E27FC236}">
                  <a16:creationId xmlns:a16="http://schemas.microsoft.com/office/drawing/2014/main" id="{87352E4D-8141-6E97-81B9-AF6A13737BA8}"/>
                </a:ext>
              </a:extLst>
            </p:cNvPr>
            <p:cNvSpPr txBox="1"/>
            <p:nvPr/>
          </p:nvSpPr>
          <p:spPr>
            <a:xfrm>
              <a:off x="4584108" y="4115391"/>
              <a:ext cx="1341129" cy="125900"/>
            </a:xfrm>
            <a:prstGeom prst="rect">
              <a:avLst/>
            </a:prstGeom>
            <a:noFill/>
          </p:spPr>
          <p:txBody>
            <a:bodyPr wrap="square" lIns="0" tIns="0" rIns="0" bIns="0">
              <a:spAutoFit/>
            </a:bodyPr>
            <a:lstStyle/>
            <a:p>
              <a:pPr algn="ctr" defTabSz="609585" fontAlgn="base">
                <a:spcBef>
                  <a:spcPct val="0"/>
                </a:spcBef>
                <a:spcAft>
                  <a:spcPct val="0"/>
                </a:spcAft>
                <a:defRPr/>
              </a:pPr>
              <a:r>
                <a:rPr lang="en-US" sz="1050" kern="0" dirty="0">
                  <a:solidFill>
                    <a:prstClr val="black"/>
                  </a:solidFill>
                  <a:latin typeface="Calibri" panose="020F0502020204030204"/>
                  <a:ea typeface="ヒラギノ角ゴ Pro W3" pitchFamily="-126" charset="-128"/>
                  <a:cs typeface="Calibri" panose="020F0502020204030204" pitchFamily="34" charset="0"/>
                </a:rPr>
                <a:t>Return QuestionnaireResponse</a:t>
              </a:r>
            </a:p>
          </p:txBody>
        </p:sp>
        <p:cxnSp>
          <p:nvCxnSpPr>
            <p:cNvPr id="152" name="Straight Arrow Connector 151">
              <a:extLst>
                <a:ext uri="{FF2B5EF4-FFF2-40B4-BE49-F238E27FC236}">
                  <a16:creationId xmlns:a16="http://schemas.microsoft.com/office/drawing/2014/main" id="{D127F886-4ED0-C9CD-6CE5-F20BD435C55A}"/>
                </a:ext>
              </a:extLst>
            </p:cNvPr>
            <p:cNvCxnSpPr>
              <a:cxnSpLocks/>
            </p:cNvCxnSpPr>
            <p:nvPr/>
          </p:nvCxnSpPr>
          <p:spPr>
            <a:xfrm flipH="1">
              <a:off x="4433863" y="4253876"/>
              <a:ext cx="1577340" cy="0"/>
            </a:xfrm>
            <a:prstGeom prst="straightConnector1">
              <a:avLst/>
            </a:prstGeom>
            <a:noFill/>
            <a:ln w="6350" cap="flat" cmpd="sng" algn="ctr">
              <a:solidFill>
                <a:sysClr val="windowText" lastClr="000000"/>
              </a:solidFill>
              <a:prstDash val="solid"/>
              <a:miter lim="800000"/>
              <a:tailEnd type="triangle"/>
            </a:ln>
            <a:effectLst/>
          </p:spPr>
        </p:cxnSp>
      </p:grpSp>
      <p:sp>
        <p:nvSpPr>
          <p:cNvPr id="153" name="TextBox 152">
            <a:extLst>
              <a:ext uri="{FF2B5EF4-FFF2-40B4-BE49-F238E27FC236}">
                <a16:creationId xmlns:a16="http://schemas.microsoft.com/office/drawing/2014/main" id="{F1CE96E7-B3EF-A50A-4E33-EDC283505327}"/>
              </a:ext>
            </a:extLst>
          </p:cNvPr>
          <p:cNvSpPr txBox="1"/>
          <p:nvPr/>
        </p:nvSpPr>
        <p:spPr>
          <a:xfrm>
            <a:off x="6291446" y="3819734"/>
            <a:ext cx="1206327" cy="153888"/>
          </a:xfrm>
          <a:prstGeom prst="rect">
            <a:avLst/>
          </a:prstGeom>
          <a:solidFill>
            <a:srgbClr val="F0F4FA"/>
          </a:solidFill>
        </p:spPr>
        <p:txBody>
          <a:bodyPr wrap="square" lIns="0" tIns="0" rIns="0" bIns="0">
            <a:spAutoFit/>
          </a:bodyPr>
          <a:lstStyle/>
          <a:p>
            <a:pPr algn="ctr" defTabSz="609585" fontAlgn="base">
              <a:spcBef>
                <a:spcPct val="0"/>
              </a:spcBef>
            </a:pPr>
            <a:r>
              <a:rPr lang="en-US" sz="1000" b="1" dirty="0">
                <a:solidFill>
                  <a:srgbClr val="1F497D">
                    <a:lumMod val="75000"/>
                  </a:srgbClr>
                </a:solidFill>
                <a:latin typeface="Calibri" panose="020F0502020204030204"/>
                <a:ea typeface="ヒラギノ角ゴ Pro W3" pitchFamily="-126" charset="-128"/>
                <a:cs typeface="Calibri" panose="020F0502020204030204" pitchFamily="34" charset="0"/>
              </a:rPr>
              <a:t>Adaptive Forms</a:t>
            </a:r>
          </a:p>
        </p:txBody>
      </p:sp>
      <p:grpSp>
        <p:nvGrpSpPr>
          <p:cNvPr id="154" name="Group 153">
            <a:extLst>
              <a:ext uri="{FF2B5EF4-FFF2-40B4-BE49-F238E27FC236}">
                <a16:creationId xmlns:a16="http://schemas.microsoft.com/office/drawing/2014/main" id="{273A3015-D88A-E5DE-7632-7BC17DC1B691}"/>
              </a:ext>
            </a:extLst>
          </p:cNvPr>
          <p:cNvGrpSpPr/>
          <p:nvPr/>
        </p:nvGrpSpPr>
        <p:grpSpPr>
          <a:xfrm>
            <a:off x="4674429" y="2922193"/>
            <a:ext cx="2178029" cy="368530"/>
            <a:chOff x="4413668" y="2710724"/>
            <a:chExt cx="1633523" cy="276398"/>
          </a:xfrm>
        </p:grpSpPr>
        <p:sp>
          <p:nvSpPr>
            <p:cNvPr id="155" name="TextBox 154">
              <a:extLst>
                <a:ext uri="{FF2B5EF4-FFF2-40B4-BE49-F238E27FC236}">
                  <a16:creationId xmlns:a16="http://schemas.microsoft.com/office/drawing/2014/main" id="{4F7F474A-2C65-1C9A-DE25-C125AFAB48C9}"/>
                </a:ext>
              </a:extLst>
            </p:cNvPr>
            <p:cNvSpPr txBox="1"/>
            <p:nvPr/>
          </p:nvSpPr>
          <p:spPr>
            <a:xfrm>
              <a:off x="4521179" y="2710724"/>
              <a:ext cx="1418501" cy="125900"/>
            </a:xfrm>
            <a:prstGeom prst="rect">
              <a:avLst/>
            </a:prstGeom>
            <a:noFill/>
          </p:spPr>
          <p:txBody>
            <a:bodyPr wrap="square" lIns="0" tIns="0" rIns="0" bIns="0">
              <a:spAutoFit/>
            </a:bodyPr>
            <a:lstStyle/>
            <a:p>
              <a:pPr algn="ctr" defTabSz="609585" fontAlgn="base">
                <a:spcBef>
                  <a:spcPct val="0"/>
                </a:spcBef>
                <a:spcAft>
                  <a:spcPct val="0"/>
                </a:spcAft>
              </a:pPr>
              <a:r>
                <a:rPr lang="en-US" sz="1050" dirty="0">
                  <a:solidFill>
                    <a:srgbClr val="000000"/>
                  </a:solidFill>
                  <a:latin typeface="Calibri" panose="020F0502020204030204"/>
                  <a:ea typeface="ヒラギノ角ゴ Pro W3" pitchFamily="-126" charset="-128"/>
                  <a:cs typeface="Calibri" panose="020F0502020204030204" pitchFamily="34" charset="0"/>
                </a:rPr>
                <a:t>Request Questionnaire Package</a:t>
              </a:r>
            </a:p>
          </p:txBody>
        </p:sp>
        <p:sp>
          <p:nvSpPr>
            <p:cNvPr id="156" name="TextBox 155">
              <a:extLst>
                <a:ext uri="{FF2B5EF4-FFF2-40B4-BE49-F238E27FC236}">
                  <a16:creationId xmlns:a16="http://schemas.microsoft.com/office/drawing/2014/main" id="{04D57CB4-FE00-A9F4-1F51-54F00D165792}"/>
                </a:ext>
              </a:extLst>
            </p:cNvPr>
            <p:cNvSpPr txBox="1"/>
            <p:nvPr/>
          </p:nvSpPr>
          <p:spPr>
            <a:xfrm>
              <a:off x="4413668" y="2871706"/>
              <a:ext cx="1633523" cy="115416"/>
            </a:xfrm>
            <a:prstGeom prst="rect">
              <a:avLst/>
            </a:prstGeom>
            <a:noFill/>
          </p:spPr>
          <p:txBody>
            <a:bodyPr wrap="square" lIns="0" tIns="0" rIns="0" bIns="0">
              <a:spAutoFit/>
            </a:bodyPr>
            <a:lstStyle/>
            <a:p>
              <a:pPr algn="ctr" defTabSz="609585" fontAlgn="base">
                <a:spcBef>
                  <a:spcPct val="0"/>
                </a:spcBef>
                <a:spcAft>
                  <a:spcPct val="0"/>
                </a:spcAft>
              </a:pPr>
              <a:r>
                <a:rPr lang="en-US" sz="1000" dirty="0">
                  <a:solidFill>
                    <a:prstClr val="black"/>
                  </a:solidFill>
                  <a:latin typeface="Calibri" panose="020F0502020204030204"/>
                  <a:ea typeface="ヒラギノ角ゴ Pro W3" pitchFamily="-126" charset="-128"/>
                  <a:cs typeface="Calibri" panose="020F0502020204030204" pitchFamily="34" charset="0"/>
                </a:rPr>
                <a:t>(</a:t>
              </a:r>
              <a:r>
                <a:rPr lang="en-US" sz="933"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$questionnaire-package</a:t>
              </a:r>
              <a:r>
                <a:rPr lang="en-US" sz="667"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 </a:t>
              </a:r>
              <a:r>
                <a:rPr lang="en-US" sz="1000" dirty="0">
                  <a:solidFill>
                    <a:prstClr val="black"/>
                  </a:solidFill>
                  <a:latin typeface="Calibri" panose="020F0502020204030204"/>
                  <a:ea typeface="ヒラギノ角ゴ Pro W3" pitchFamily="-126" charset="-128"/>
                  <a:cs typeface="Calibri" panose="020F0502020204030204" pitchFamily="34" charset="0"/>
                </a:rPr>
                <a:t>operation)</a:t>
              </a:r>
              <a:endParaRPr lang="en-US" sz="1067" dirty="0">
                <a:solidFill>
                  <a:prstClr val="black"/>
                </a:solidFill>
                <a:latin typeface="Calibri" panose="020F0502020204030204"/>
                <a:ea typeface="ヒラギノ角ゴ Pro W3" pitchFamily="-126" charset="-128"/>
                <a:cs typeface="Calibri" panose="020F0502020204030204" pitchFamily="34" charset="0"/>
              </a:endParaRPr>
            </a:p>
          </p:txBody>
        </p:sp>
        <p:cxnSp>
          <p:nvCxnSpPr>
            <p:cNvPr id="157" name="Straight Arrow Connector 156">
              <a:extLst>
                <a:ext uri="{FF2B5EF4-FFF2-40B4-BE49-F238E27FC236}">
                  <a16:creationId xmlns:a16="http://schemas.microsoft.com/office/drawing/2014/main" id="{95F8847D-8EB5-6E5A-F908-737A3A0D1091}"/>
                </a:ext>
              </a:extLst>
            </p:cNvPr>
            <p:cNvCxnSpPr>
              <a:cxnSpLocks/>
            </p:cNvCxnSpPr>
            <p:nvPr/>
          </p:nvCxnSpPr>
          <p:spPr>
            <a:xfrm>
              <a:off x="4436237" y="2846117"/>
              <a:ext cx="1577341" cy="0"/>
            </a:xfrm>
            <a:prstGeom prst="straightConnector1">
              <a:avLst/>
            </a:prstGeom>
            <a:noFill/>
            <a:ln w="6350" cap="flat" cmpd="sng" algn="ctr">
              <a:solidFill>
                <a:srgbClr val="000000"/>
              </a:solidFill>
              <a:prstDash val="solid"/>
              <a:miter lim="800000"/>
              <a:tailEnd type="triangle"/>
            </a:ln>
            <a:effectLst/>
          </p:spPr>
        </p:cxnSp>
      </p:grpSp>
      <p:grpSp>
        <p:nvGrpSpPr>
          <p:cNvPr id="158" name="Group 157">
            <a:extLst>
              <a:ext uri="{FF2B5EF4-FFF2-40B4-BE49-F238E27FC236}">
                <a16:creationId xmlns:a16="http://schemas.microsoft.com/office/drawing/2014/main" id="{BB5E5289-19E2-F0FD-2EE2-20E6D27A039A}"/>
              </a:ext>
            </a:extLst>
          </p:cNvPr>
          <p:cNvGrpSpPr/>
          <p:nvPr/>
        </p:nvGrpSpPr>
        <p:grpSpPr>
          <a:xfrm>
            <a:off x="4704528" y="4264579"/>
            <a:ext cx="2103120" cy="332618"/>
            <a:chOff x="4436237" y="3793866"/>
            <a:chExt cx="1577339" cy="249463"/>
          </a:xfrm>
        </p:grpSpPr>
        <p:cxnSp>
          <p:nvCxnSpPr>
            <p:cNvPr id="159" name="Straight Arrow Connector 158">
              <a:extLst>
                <a:ext uri="{FF2B5EF4-FFF2-40B4-BE49-F238E27FC236}">
                  <a16:creationId xmlns:a16="http://schemas.microsoft.com/office/drawing/2014/main" id="{7900B3F3-80B1-CA3F-37D8-DFFF40952215}"/>
                </a:ext>
              </a:extLst>
            </p:cNvPr>
            <p:cNvCxnSpPr>
              <a:cxnSpLocks/>
            </p:cNvCxnSpPr>
            <p:nvPr/>
          </p:nvCxnSpPr>
          <p:spPr>
            <a:xfrm>
              <a:off x="4436237" y="3921790"/>
              <a:ext cx="1577339" cy="0"/>
            </a:xfrm>
            <a:prstGeom prst="straightConnector1">
              <a:avLst/>
            </a:prstGeom>
            <a:noFill/>
            <a:ln w="6350" cap="flat" cmpd="sng" algn="ctr">
              <a:solidFill>
                <a:sysClr val="windowText" lastClr="000000"/>
              </a:solidFill>
              <a:prstDash val="solid"/>
              <a:miter lim="800000"/>
              <a:tailEnd type="triangle"/>
            </a:ln>
            <a:effectLst/>
          </p:spPr>
        </p:cxnSp>
        <p:sp>
          <p:nvSpPr>
            <p:cNvPr id="160" name="TextBox 159">
              <a:extLst>
                <a:ext uri="{FF2B5EF4-FFF2-40B4-BE49-F238E27FC236}">
                  <a16:creationId xmlns:a16="http://schemas.microsoft.com/office/drawing/2014/main" id="{55696297-EBA6-EC55-FC7F-B4394ED74FAA}"/>
                </a:ext>
              </a:extLst>
            </p:cNvPr>
            <p:cNvSpPr txBox="1"/>
            <p:nvPr/>
          </p:nvSpPr>
          <p:spPr>
            <a:xfrm>
              <a:off x="4595997" y="3793866"/>
              <a:ext cx="1238673" cy="125900"/>
            </a:xfrm>
            <a:prstGeom prst="rect">
              <a:avLst/>
            </a:prstGeom>
            <a:noFill/>
          </p:spPr>
          <p:txBody>
            <a:bodyPr wrap="square" lIns="0" tIns="0" rIns="0" bIns="0">
              <a:spAutoFit/>
            </a:bodyPr>
            <a:lstStyle/>
            <a:p>
              <a:pPr algn="ctr" defTabSz="609585" fontAlgn="base">
                <a:spcBef>
                  <a:spcPct val="0"/>
                </a:spcBef>
                <a:spcAft>
                  <a:spcPct val="0"/>
                </a:spcAft>
                <a:defRPr/>
              </a:pPr>
              <a:r>
                <a:rPr lang="en-US" sz="1050" kern="0" dirty="0">
                  <a:solidFill>
                    <a:prstClr val="black"/>
                  </a:solidFill>
                  <a:latin typeface="Calibri" panose="020F0502020204030204"/>
                  <a:ea typeface="ヒラギノ角ゴ Pro W3" pitchFamily="-126" charset="-128"/>
                  <a:cs typeface="Calibri" panose="020F0502020204030204" pitchFamily="34" charset="0"/>
                </a:rPr>
                <a:t>Call for Next Question</a:t>
              </a:r>
            </a:p>
          </p:txBody>
        </p:sp>
        <p:sp>
          <p:nvSpPr>
            <p:cNvPr id="161" name="TextBox 160">
              <a:extLst>
                <a:ext uri="{FF2B5EF4-FFF2-40B4-BE49-F238E27FC236}">
                  <a16:creationId xmlns:a16="http://schemas.microsoft.com/office/drawing/2014/main" id="{1C993E99-C69B-552C-9CF8-4058A432F82C}"/>
                </a:ext>
              </a:extLst>
            </p:cNvPr>
            <p:cNvSpPr txBox="1"/>
            <p:nvPr/>
          </p:nvSpPr>
          <p:spPr>
            <a:xfrm>
              <a:off x="4517144" y="3920170"/>
              <a:ext cx="1396385" cy="123159"/>
            </a:xfrm>
            <a:prstGeom prst="rect">
              <a:avLst/>
            </a:prstGeom>
            <a:noFill/>
          </p:spPr>
          <p:txBody>
            <a:bodyPr wrap="square" lIns="0" tIns="0" rIns="0" bIns="0">
              <a:spAutoFit/>
            </a:bodyPr>
            <a:lstStyle/>
            <a:p>
              <a:pPr algn="ctr" defTabSz="609585" fontAlgn="base">
                <a:spcBef>
                  <a:spcPct val="0"/>
                </a:spcBef>
                <a:spcAft>
                  <a:spcPct val="0"/>
                </a:spcAft>
                <a:defRPr/>
              </a:pPr>
              <a:r>
                <a:rPr lang="en-US" sz="933" kern="0" dirty="0">
                  <a:solidFill>
                    <a:prstClr val="black"/>
                  </a:solidFill>
                  <a:latin typeface="Consolas" panose="020B0609020204030204" pitchFamily="49" charset="0"/>
                  <a:ea typeface="ヒラギノ角ゴ Pro W3" pitchFamily="-126" charset="-128"/>
                  <a:cs typeface="Calibri" panose="020F0502020204030204" pitchFamily="34" charset="0"/>
                </a:rPr>
                <a:t>(</a:t>
              </a:r>
              <a:r>
                <a:rPr lang="en-US" sz="933" kern="0"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$next-question</a:t>
              </a:r>
              <a:r>
                <a:rPr lang="en-US" sz="667" kern="0"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 </a:t>
              </a:r>
              <a:r>
                <a:rPr lang="en-US" sz="1067" kern="0" dirty="0">
                  <a:solidFill>
                    <a:prstClr val="black"/>
                  </a:solidFill>
                  <a:latin typeface="Calibri" panose="020F0502020204030204"/>
                  <a:ea typeface="Calibri" panose="020F0502020204030204" pitchFamily="34" charset="0"/>
                  <a:cs typeface="Calibri" panose="020F0502020204030204" pitchFamily="34" charset="0"/>
                </a:rPr>
                <a:t>operation</a:t>
              </a:r>
              <a:r>
                <a:rPr lang="en-US" sz="933" kern="0" dirty="0">
                  <a:solidFill>
                    <a:prstClr val="black"/>
                  </a:solidFill>
                  <a:latin typeface="Calibri" panose="020F0502020204030204"/>
                  <a:ea typeface="Calibri" panose="020F0502020204030204" pitchFamily="34" charset="0"/>
                  <a:cs typeface="Calibri" panose="020F0502020204030204" pitchFamily="34" charset="0"/>
                </a:rPr>
                <a:t>)</a:t>
              </a:r>
            </a:p>
          </p:txBody>
        </p:sp>
      </p:grpSp>
      <p:sp>
        <p:nvSpPr>
          <p:cNvPr id="162" name="Rectangle: Rounded Corners 161">
            <a:extLst>
              <a:ext uri="{FF2B5EF4-FFF2-40B4-BE49-F238E27FC236}">
                <a16:creationId xmlns:a16="http://schemas.microsoft.com/office/drawing/2014/main" id="{EDFDE608-CAD5-9B90-07DE-BC957607551E}"/>
              </a:ext>
            </a:extLst>
          </p:cNvPr>
          <p:cNvSpPr/>
          <p:nvPr/>
        </p:nvSpPr>
        <p:spPr>
          <a:xfrm>
            <a:off x="4618723" y="2897560"/>
            <a:ext cx="78837" cy="2834640"/>
          </a:xfrm>
          <a:prstGeom prst="roundRect">
            <a:avLst>
              <a:gd name="adj" fmla="val 0"/>
            </a:avLst>
          </a:prstGeom>
          <a:solidFill>
            <a:sysClr val="window" lastClr="FFFFFF"/>
          </a:solidFill>
          <a:ln w="9525" cap="flat" cmpd="sng" algn="ctr">
            <a:solidFill>
              <a:srgbClr val="FFFFFF">
                <a:lumMod val="75000"/>
              </a:srgbClr>
            </a:solidFill>
            <a:prstDash val="solid"/>
            <a:miter lim="800000"/>
          </a:ln>
          <a:effectLst/>
        </p:spPr>
        <p:txBody>
          <a:bodyPr lIns="0" rIns="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91" b="0" i="0" u="none" strike="noStrike" kern="0" cap="none" spc="0" normalizeH="0" baseline="0" noProof="0" dirty="0">
              <a:ln>
                <a:noFill/>
              </a:ln>
              <a:solidFill>
                <a:srgbClr val="000000"/>
              </a:solidFill>
              <a:effectLst/>
              <a:uLnTx/>
              <a:uFillTx/>
              <a:latin typeface="Calibri" panose="020F0502020204030204"/>
              <a:ea typeface="ヒラギノ角ゴ Pro W3" pitchFamily="-126" charset="-128"/>
              <a:cs typeface="Calibri" panose="020F0502020204030204" pitchFamily="34" charset="0"/>
            </a:endParaRPr>
          </a:p>
        </p:txBody>
      </p:sp>
      <p:grpSp>
        <p:nvGrpSpPr>
          <p:cNvPr id="163" name="Group 162">
            <a:extLst>
              <a:ext uri="{FF2B5EF4-FFF2-40B4-BE49-F238E27FC236}">
                <a16:creationId xmlns:a16="http://schemas.microsoft.com/office/drawing/2014/main" id="{118F274A-72E1-60CE-7093-062025295BDB}"/>
              </a:ext>
            </a:extLst>
          </p:cNvPr>
          <p:cNvGrpSpPr/>
          <p:nvPr/>
        </p:nvGrpSpPr>
        <p:grpSpPr>
          <a:xfrm>
            <a:off x="6911279" y="3080067"/>
            <a:ext cx="1341120" cy="289029"/>
            <a:chOff x="6382569" y="2807772"/>
            <a:chExt cx="1005840" cy="216772"/>
          </a:xfrm>
        </p:grpSpPr>
        <p:cxnSp>
          <p:nvCxnSpPr>
            <p:cNvPr id="164" name="Straight Arrow Connector 163">
              <a:extLst>
                <a:ext uri="{FF2B5EF4-FFF2-40B4-BE49-F238E27FC236}">
                  <a16:creationId xmlns:a16="http://schemas.microsoft.com/office/drawing/2014/main" id="{20DE39B7-3264-4BD0-4098-58A45964B488}"/>
                </a:ext>
              </a:extLst>
            </p:cNvPr>
            <p:cNvCxnSpPr>
              <a:cxnSpLocks/>
            </p:cNvCxnSpPr>
            <p:nvPr/>
          </p:nvCxnSpPr>
          <p:spPr>
            <a:xfrm>
              <a:off x="6382569" y="3024544"/>
              <a:ext cx="1005840" cy="0"/>
            </a:xfrm>
            <a:prstGeom prst="straightConnector1">
              <a:avLst/>
            </a:prstGeom>
            <a:noFill/>
            <a:ln w="6350" cap="flat" cmpd="sng" algn="ctr">
              <a:solidFill>
                <a:srgbClr val="000000"/>
              </a:solidFill>
              <a:prstDash val="solid"/>
              <a:miter lim="800000"/>
              <a:headEnd type="triangle"/>
              <a:tailEnd type="triangle"/>
            </a:ln>
            <a:effectLst/>
          </p:spPr>
        </p:cxnSp>
        <p:sp>
          <p:nvSpPr>
            <p:cNvPr id="165" name="TextBox 164">
              <a:extLst>
                <a:ext uri="{FF2B5EF4-FFF2-40B4-BE49-F238E27FC236}">
                  <a16:creationId xmlns:a16="http://schemas.microsoft.com/office/drawing/2014/main" id="{71AACA16-6F98-E350-AF7A-A82E505BF0D5}"/>
                </a:ext>
              </a:extLst>
            </p:cNvPr>
            <p:cNvSpPr txBox="1"/>
            <p:nvPr/>
          </p:nvSpPr>
          <p:spPr>
            <a:xfrm>
              <a:off x="6534257" y="2807772"/>
              <a:ext cx="714601" cy="212847"/>
            </a:xfrm>
            <a:prstGeom prst="rect">
              <a:avLst/>
            </a:prstGeom>
            <a:noFill/>
          </p:spPr>
          <p:txBody>
            <a:bodyPr wrap="square" lIns="0" tIns="0" rIns="0" bIns="0">
              <a:spAutoFit/>
            </a:bodyPr>
            <a:lstStyle/>
            <a:p>
              <a:pPr algn="ctr" defTabSz="1219170">
                <a:lnSpc>
                  <a:spcPts val="1100"/>
                </a:lnSpc>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Templates/Rules </a:t>
              </a:r>
            </a:p>
            <a:p>
              <a:pPr algn="ctr" defTabSz="1219170">
                <a:lnSpc>
                  <a:spcPts val="1100"/>
                </a:lnSpc>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Processing</a:t>
              </a:r>
            </a:p>
          </p:txBody>
        </p:sp>
      </p:grpSp>
      <p:sp>
        <p:nvSpPr>
          <p:cNvPr id="166" name="TextBox 165">
            <a:extLst>
              <a:ext uri="{FF2B5EF4-FFF2-40B4-BE49-F238E27FC236}">
                <a16:creationId xmlns:a16="http://schemas.microsoft.com/office/drawing/2014/main" id="{E3394542-89D6-6378-F37D-6D949F4236AF}"/>
              </a:ext>
            </a:extLst>
          </p:cNvPr>
          <p:cNvSpPr txBox="1"/>
          <p:nvPr/>
        </p:nvSpPr>
        <p:spPr>
          <a:xfrm>
            <a:off x="1132703" y="982321"/>
            <a:ext cx="4068021" cy="260199"/>
          </a:xfrm>
          <a:prstGeom prst="rect">
            <a:avLst/>
          </a:prstGeom>
          <a:noFill/>
        </p:spPr>
        <p:txBody>
          <a:bodyPr wrap="square">
            <a:spAutoFit/>
          </a:bodyPr>
          <a:lstStyle/>
          <a:p>
            <a:pPr algn="ctr" defTabSz="609585" fontAlgn="base">
              <a:spcBef>
                <a:spcPct val="0"/>
              </a:spcBef>
              <a:spcAft>
                <a:spcPct val="0"/>
              </a:spcAft>
            </a:pPr>
            <a:r>
              <a:rPr lang="en-US" sz="1100" b="1" kern="0" dirty="0">
                <a:solidFill>
                  <a:srgbClr val="000000"/>
                </a:solidFill>
                <a:latin typeface="Calibri" panose="020F0502020204030204"/>
                <a:ea typeface="ヒラギノ角ゴ Pro W3" pitchFamily="-126" charset="-128"/>
                <a:cs typeface="Calibri" panose="020F0502020204030204" pitchFamily="34" charset="0"/>
              </a:rPr>
              <a:t>Provider System</a:t>
            </a:r>
          </a:p>
        </p:txBody>
      </p:sp>
      <p:grpSp>
        <p:nvGrpSpPr>
          <p:cNvPr id="167" name="Group 166">
            <a:extLst>
              <a:ext uri="{FF2B5EF4-FFF2-40B4-BE49-F238E27FC236}">
                <a16:creationId xmlns:a16="http://schemas.microsoft.com/office/drawing/2014/main" id="{8C71E3B9-4A32-B298-7104-FF0486E5C67C}"/>
              </a:ext>
            </a:extLst>
          </p:cNvPr>
          <p:cNvGrpSpPr/>
          <p:nvPr/>
        </p:nvGrpSpPr>
        <p:grpSpPr>
          <a:xfrm>
            <a:off x="6921712" y="4426624"/>
            <a:ext cx="1341120" cy="167866"/>
            <a:chOff x="6397392" y="3957409"/>
            <a:chExt cx="1005840" cy="125900"/>
          </a:xfrm>
        </p:grpSpPr>
        <p:cxnSp>
          <p:nvCxnSpPr>
            <p:cNvPr id="168" name="Straight Arrow Connector 167">
              <a:extLst>
                <a:ext uri="{FF2B5EF4-FFF2-40B4-BE49-F238E27FC236}">
                  <a16:creationId xmlns:a16="http://schemas.microsoft.com/office/drawing/2014/main" id="{529A25E2-CDB2-5F2A-7F69-1764F64B8387}"/>
                </a:ext>
              </a:extLst>
            </p:cNvPr>
            <p:cNvCxnSpPr>
              <a:cxnSpLocks/>
            </p:cNvCxnSpPr>
            <p:nvPr/>
          </p:nvCxnSpPr>
          <p:spPr>
            <a:xfrm>
              <a:off x="6397392" y="4083309"/>
              <a:ext cx="1005840" cy="0"/>
            </a:xfrm>
            <a:prstGeom prst="straightConnector1">
              <a:avLst/>
            </a:prstGeom>
            <a:noFill/>
            <a:ln w="6350" cap="flat" cmpd="sng" algn="ctr">
              <a:solidFill>
                <a:srgbClr val="000000"/>
              </a:solidFill>
              <a:prstDash val="solid"/>
              <a:miter lim="800000"/>
              <a:headEnd type="none"/>
              <a:tailEnd type="triangle"/>
            </a:ln>
            <a:effectLst/>
          </p:spPr>
        </p:cxnSp>
        <p:sp>
          <p:nvSpPr>
            <p:cNvPr id="169" name="TextBox 168">
              <a:extLst>
                <a:ext uri="{FF2B5EF4-FFF2-40B4-BE49-F238E27FC236}">
                  <a16:creationId xmlns:a16="http://schemas.microsoft.com/office/drawing/2014/main" id="{C8FA6929-C303-409C-B145-A3288E7AC008}"/>
                </a:ext>
              </a:extLst>
            </p:cNvPr>
            <p:cNvSpPr txBox="1"/>
            <p:nvPr/>
          </p:nvSpPr>
          <p:spPr>
            <a:xfrm>
              <a:off x="6498245" y="3957409"/>
              <a:ext cx="790381" cy="125900"/>
            </a:xfrm>
            <a:prstGeom prst="rect">
              <a:avLst/>
            </a:prstGeom>
            <a:noFill/>
          </p:spPr>
          <p:txBody>
            <a:bodyPr wrap="square" lIns="0" tIns="0" rIns="0" bIns="0">
              <a:spAutoFit/>
            </a:bodyP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Evaluate Answers</a:t>
              </a:r>
            </a:p>
          </p:txBody>
        </p:sp>
      </p:grpSp>
      <p:sp>
        <p:nvSpPr>
          <p:cNvPr id="172" name="Rectangle: Rounded Corners 171">
            <a:extLst>
              <a:ext uri="{FF2B5EF4-FFF2-40B4-BE49-F238E27FC236}">
                <a16:creationId xmlns:a16="http://schemas.microsoft.com/office/drawing/2014/main" id="{430B1700-A46E-E028-2A8D-B2492126AFFC}"/>
              </a:ext>
            </a:extLst>
          </p:cNvPr>
          <p:cNvSpPr/>
          <p:nvPr/>
        </p:nvSpPr>
        <p:spPr>
          <a:xfrm>
            <a:off x="6329120" y="1261195"/>
            <a:ext cx="109728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DTR Endpoint</a:t>
            </a:r>
          </a:p>
        </p:txBody>
      </p:sp>
      <p:sp>
        <p:nvSpPr>
          <p:cNvPr id="173" name="Rectangle: Rounded Corners 172">
            <a:extLst>
              <a:ext uri="{FF2B5EF4-FFF2-40B4-BE49-F238E27FC236}">
                <a16:creationId xmlns:a16="http://schemas.microsoft.com/office/drawing/2014/main" id="{C8F2EDDC-DC83-CA0B-5225-757A0D37E78D}"/>
              </a:ext>
            </a:extLst>
          </p:cNvPr>
          <p:cNvSpPr/>
          <p:nvPr/>
        </p:nvSpPr>
        <p:spPr>
          <a:xfrm>
            <a:off x="7758265" y="1261195"/>
            <a:ext cx="109728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Templates / Rules</a:t>
            </a:r>
          </a:p>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System</a:t>
            </a:r>
          </a:p>
        </p:txBody>
      </p:sp>
      <p:sp>
        <p:nvSpPr>
          <p:cNvPr id="174" name="Rectangle: Rounded Corners 173">
            <a:extLst>
              <a:ext uri="{FF2B5EF4-FFF2-40B4-BE49-F238E27FC236}">
                <a16:creationId xmlns:a16="http://schemas.microsoft.com/office/drawing/2014/main" id="{DCBD58DE-45FE-3AD1-D4DB-744AB7B04217}"/>
              </a:ext>
            </a:extLst>
          </p:cNvPr>
          <p:cNvSpPr/>
          <p:nvPr/>
        </p:nvSpPr>
        <p:spPr>
          <a:xfrm>
            <a:off x="1258656" y="1261195"/>
            <a:ext cx="91440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Provider</a:t>
            </a:r>
            <a:endParaRPr lang="en-US" sz="1091" kern="0" dirty="0">
              <a:solidFill>
                <a:srgbClr val="000000"/>
              </a:solidFill>
              <a:latin typeface="Calibri" panose="020F0502020204030204"/>
              <a:ea typeface="ヒラギノ角ゴ Pro W3" pitchFamily="-126" charset="-128"/>
              <a:cs typeface="Calibri" panose="020F0502020204030204" pitchFamily="34" charset="0"/>
            </a:endParaRPr>
          </a:p>
        </p:txBody>
      </p:sp>
      <p:cxnSp>
        <p:nvCxnSpPr>
          <p:cNvPr id="175" name="Straight Arrow Connector 174">
            <a:extLst>
              <a:ext uri="{FF2B5EF4-FFF2-40B4-BE49-F238E27FC236}">
                <a16:creationId xmlns:a16="http://schemas.microsoft.com/office/drawing/2014/main" id="{42EF17F9-82D8-C780-666E-B35BD247068C}"/>
              </a:ext>
            </a:extLst>
          </p:cNvPr>
          <p:cNvCxnSpPr>
            <a:cxnSpLocks/>
          </p:cNvCxnSpPr>
          <p:nvPr/>
        </p:nvCxnSpPr>
        <p:spPr>
          <a:xfrm flipV="1">
            <a:off x="9979584" y="3804904"/>
            <a:ext cx="8442" cy="1613618"/>
          </a:xfrm>
          <a:prstGeom prst="straightConnector1">
            <a:avLst/>
          </a:prstGeom>
          <a:noFill/>
          <a:ln w="9525" cap="flat" cmpd="sng" algn="ctr">
            <a:solidFill>
              <a:sysClr val="windowText" lastClr="000000"/>
            </a:solidFill>
            <a:prstDash val="dash"/>
            <a:miter lim="800000"/>
            <a:tailEnd type="none"/>
          </a:ln>
          <a:effectLst/>
        </p:spPr>
      </p:cxnSp>
      <p:grpSp>
        <p:nvGrpSpPr>
          <p:cNvPr id="176" name="Group 175">
            <a:extLst>
              <a:ext uri="{FF2B5EF4-FFF2-40B4-BE49-F238E27FC236}">
                <a16:creationId xmlns:a16="http://schemas.microsoft.com/office/drawing/2014/main" id="{855C208E-0274-C859-86FF-B9E14483883F}"/>
              </a:ext>
            </a:extLst>
          </p:cNvPr>
          <p:cNvGrpSpPr/>
          <p:nvPr/>
        </p:nvGrpSpPr>
        <p:grpSpPr>
          <a:xfrm>
            <a:off x="3215885" y="5910827"/>
            <a:ext cx="2773687" cy="329225"/>
            <a:chOff x="2915964" y="4460063"/>
            <a:chExt cx="2080254" cy="246919"/>
          </a:xfrm>
        </p:grpSpPr>
        <p:sp>
          <p:nvSpPr>
            <p:cNvPr id="177" name="TextBox 176">
              <a:extLst>
                <a:ext uri="{FF2B5EF4-FFF2-40B4-BE49-F238E27FC236}">
                  <a16:creationId xmlns:a16="http://schemas.microsoft.com/office/drawing/2014/main" id="{CFD119A0-03DE-4B78-5618-E7F61D77A28B}"/>
                </a:ext>
              </a:extLst>
            </p:cNvPr>
            <p:cNvSpPr txBox="1"/>
            <p:nvPr/>
          </p:nvSpPr>
          <p:spPr>
            <a:xfrm>
              <a:off x="3193810" y="4461124"/>
              <a:ext cx="539388" cy="125900"/>
            </a:xfrm>
            <a:prstGeom prst="rect">
              <a:avLst/>
            </a:prstGeom>
            <a:noFill/>
          </p:spPr>
          <p:txBody>
            <a:bodyPr wrap="square" lIns="0" tIns="0" r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dirty="0">
                  <a:ln>
                    <a:noFill/>
                  </a:ln>
                  <a:solidFill>
                    <a:srgbClr val="C0504D">
                      <a:lumMod val="50000"/>
                    </a:srgbClr>
                  </a:solidFill>
                  <a:effectLst/>
                  <a:uLnTx/>
                  <a:uFillTx/>
                  <a:latin typeface="Calibri" panose="020F0502020204030204"/>
                  <a:ea typeface="ヒラギノ角ゴ Pro W3" pitchFamily="-126" charset="-128"/>
                  <a:cs typeface="Calibri" panose="020F0502020204030204" pitchFamily="34" charset="0"/>
                </a:rPr>
                <a:t>Launch PAS</a:t>
              </a:r>
            </a:p>
          </p:txBody>
        </p:sp>
        <p:cxnSp>
          <p:nvCxnSpPr>
            <p:cNvPr id="178" name="Straight Arrow Connector 177">
              <a:extLst>
                <a:ext uri="{FF2B5EF4-FFF2-40B4-BE49-F238E27FC236}">
                  <a16:creationId xmlns:a16="http://schemas.microsoft.com/office/drawing/2014/main" id="{DAB416AF-E7B9-52A8-5940-AF3DFC26A02D}"/>
                </a:ext>
              </a:extLst>
            </p:cNvPr>
            <p:cNvCxnSpPr>
              <a:cxnSpLocks/>
            </p:cNvCxnSpPr>
            <p:nvPr/>
          </p:nvCxnSpPr>
          <p:spPr>
            <a:xfrm flipH="1">
              <a:off x="2915964" y="4576480"/>
              <a:ext cx="1816387" cy="0"/>
            </a:xfrm>
            <a:prstGeom prst="straightConnector1">
              <a:avLst/>
            </a:prstGeom>
            <a:noFill/>
            <a:ln w="6350" cap="flat" cmpd="sng" algn="ctr">
              <a:solidFill>
                <a:srgbClr val="C0504D">
                  <a:lumMod val="75000"/>
                </a:srgbClr>
              </a:solidFill>
              <a:prstDash val="dash"/>
              <a:miter lim="800000"/>
              <a:headEnd type="triangle"/>
              <a:tailEnd type="none"/>
            </a:ln>
            <a:effectLst/>
          </p:spPr>
        </p:cxnSp>
        <p:sp>
          <p:nvSpPr>
            <p:cNvPr id="179" name="Flowchart: Off-page Connector 178">
              <a:extLst>
                <a:ext uri="{FF2B5EF4-FFF2-40B4-BE49-F238E27FC236}">
                  <a16:creationId xmlns:a16="http://schemas.microsoft.com/office/drawing/2014/main" id="{BE227927-1B0C-8FD4-514F-4ECB5C6AE048}"/>
                </a:ext>
              </a:extLst>
            </p:cNvPr>
            <p:cNvSpPr/>
            <p:nvPr/>
          </p:nvSpPr>
          <p:spPr>
            <a:xfrm>
              <a:off x="4740186" y="4460063"/>
              <a:ext cx="256032" cy="246919"/>
            </a:xfrm>
            <a:prstGeom prst="flowChartOffpageConnector">
              <a:avLst/>
            </a:prstGeom>
            <a:gradFill flip="none" rotWithShape="1">
              <a:gsLst>
                <a:gs pos="100000">
                  <a:srgbClr val="C0504D">
                    <a:lumMod val="20000"/>
                    <a:lumOff val="80000"/>
                  </a:srgbClr>
                </a:gs>
                <a:gs pos="32000">
                  <a:sysClr val="window" lastClr="FFFFFF">
                    <a:lumMod val="95000"/>
                  </a:sysClr>
                </a:gs>
              </a:gsLst>
              <a:lin ang="16200000" scaled="1"/>
              <a:tileRect/>
            </a:gradFill>
            <a:ln w="9525" cap="flat" cmpd="sng" algn="ctr">
              <a:solidFill>
                <a:srgbClr val="C0504D">
                  <a:lumMod val="75000"/>
                </a:srgbClr>
              </a:solidFill>
              <a:prstDash val="solid"/>
            </a:ln>
            <a:effectLst>
              <a:outerShdw blurRad="50800" dist="25400" dir="4200000" algn="tl" rotWithShape="0">
                <a:prstClr val="black">
                  <a:alpha val="40000"/>
                </a:prstClr>
              </a:outerShdw>
            </a:effectLst>
          </p:spPr>
          <p:txBody>
            <a:bodyPr rtlCol="0" anchor="ctr"/>
            <a:lstStyle/>
            <a:p>
              <a:pPr marL="0" marR="0" lvl="0" indent="0" algn="ctr" defTabSz="609585" eaLnBrk="1" fontAlgn="base" latinLnBrk="0" hangingPunct="1">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prstClr val="white"/>
                </a:solidFill>
                <a:effectLst/>
                <a:uLnTx/>
                <a:uFillTx/>
              </a:endParaRPr>
            </a:p>
          </p:txBody>
        </p:sp>
        <p:sp>
          <p:nvSpPr>
            <p:cNvPr id="180" name="TextBox 179">
              <a:extLst>
                <a:ext uri="{FF2B5EF4-FFF2-40B4-BE49-F238E27FC236}">
                  <a16:creationId xmlns:a16="http://schemas.microsoft.com/office/drawing/2014/main" id="{20A0070C-DF80-29DA-B878-B9D22E2E14CE}"/>
                </a:ext>
              </a:extLst>
            </p:cNvPr>
            <p:cNvSpPr txBox="1"/>
            <p:nvPr/>
          </p:nvSpPr>
          <p:spPr>
            <a:xfrm>
              <a:off x="4757129" y="4499469"/>
              <a:ext cx="232472" cy="125900"/>
            </a:xfrm>
            <a:prstGeom prst="rect">
              <a:avLst/>
            </a:prstGeom>
            <a:noFill/>
          </p:spPr>
          <p:txBody>
            <a:bodyPr wrap="square" lIns="0" tIns="0" rIns="0" bIns="0">
              <a:spAutoFit/>
            </a:bodyPr>
            <a:lstStyle/>
            <a:p>
              <a:pPr marL="0" marR="0" lvl="0" indent="0" algn="ctr" defTabSz="1219170" eaLnBrk="1" fontAlgn="auto" latinLnBrk="0" hangingPunct="1">
                <a:lnSpc>
                  <a:spcPct val="100000"/>
                </a:lnSpc>
                <a:spcBef>
                  <a:spcPts val="0"/>
                </a:spcBef>
                <a:spcAft>
                  <a:spcPts val="0"/>
                </a:spcAft>
                <a:buClrTx/>
                <a:buSzTx/>
                <a:buFontTx/>
                <a:buNone/>
                <a:tabLst/>
                <a:defRPr/>
              </a:pPr>
              <a:r>
                <a:rPr kumimoji="0" lang="en-US" sz="1091" b="1" i="0" u="none" strike="noStrike" kern="0" cap="none" spc="0" normalizeH="0" baseline="0" noProof="0" dirty="0">
                  <a:ln>
                    <a:noFill/>
                  </a:ln>
                  <a:solidFill>
                    <a:srgbClr val="9A0000"/>
                  </a:solidFill>
                  <a:effectLst/>
                  <a:uLnTx/>
                  <a:uFillTx/>
                  <a:latin typeface="Calibri" panose="020F0502020204030204"/>
                  <a:ea typeface="ヒラギノ角ゴ Pro W3" pitchFamily="-126" charset="-128"/>
                  <a:cs typeface="Calibri" panose="020F0502020204030204" pitchFamily="34" charset="0"/>
                </a:rPr>
                <a:t>PAS</a:t>
              </a:r>
            </a:p>
          </p:txBody>
        </p:sp>
      </p:grpSp>
      <p:cxnSp>
        <p:nvCxnSpPr>
          <p:cNvPr id="181" name="Straight Connector 180">
            <a:extLst>
              <a:ext uri="{FF2B5EF4-FFF2-40B4-BE49-F238E27FC236}">
                <a16:creationId xmlns:a16="http://schemas.microsoft.com/office/drawing/2014/main" id="{25C8D590-A62A-F6A7-5BBA-D3FD6B751568}"/>
              </a:ext>
            </a:extLst>
          </p:cNvPr>
          <p:cNvCxnSpPr>
            <a:cxnSpLocks/>
          </p:cNvCxnSpPr>
          <p:nvPr/>
        </p:nvCxnSpPr>
        <p:spPr>
          <a:xfrm>
            <a:off x="9727336" y="1569745"/>
            <a:ext cx="0" cy="4572000"/>
          </a:xfrm>
          <a:prstGeom prst="line">
            <a:avLst/>
          </a:prstGeom>
          <a:noFill/>
          <a:ln w="6350" cap="flat" cmpd="sng" algn="ctr">
            <a:solidFill>
              <a:srgbClr val="FFFFFF">
                <a:lumMod val="75000"/>
              </a:srgbClr>
            </a:solidFill>
            <a:prstDash val="dash"/>
            <a:miter lim="800000"/>
          </a:ln>
          <a:effectLst/>
        </p:spPr>
      </p:cxnSp>
      <p:sp>
        <p:nvSpPr>
          <p:cNvPr id="182" name="Rectangle: Rounded Corners 181">
            <a:extLst>
              <a:ext uri="{FF2B5EF4-FFF2-40B4-BE49-F238E27FC236}">
                <a16:creationId xmlns:a16="http://schemas.microsoft.com/office/drawing/2014/main" id="{6638FC01-B678-D53D-4714-874B86BE99E3}"/>
              </a:ext>
            </a:extLst>
          </p:cNvPr>
          <p:cNvSpPr/>
          <p:nvPr/>
        </p:nvSpPr>
        <p:spPr>
          <a:xfrm>
            <a:off x="9685140" y="2898079"/>
            <a:ext cx="85344" cy="2834640"/>
          </a:xfrm>
          <a:prstGeom prst="roundRect">
            <a:avLst>
              <a:gd name="adj" fmla="val 0"/>
            </a:avLst>
          </a:prstGeom>
          <a:solidFill>
            <a:sysClr val="window" lastClr="FFFFFF"/>
          </a:solidFill>
          <a:ln w="9525" cap="flat" cmpd="sng" algn="ctr">
            <a:solidFill>
              <a:srgbClr val="FFFFFF">
                <a:lumMod val="75000"/>
              </a:srgbClr>
            </a:solidFill>
            <a:prstDash val="solid"/>
            <a:miter lim="800000"/>
          </a:ln>
          <a:effectLst/>
        </p:spPr>
        <p:txBody>
          <a:bodyPr lIns="0" rIns="0" rtlCol="0" anchor="ctr"/>
          <a:lstStyle/>
          <a:p>
            <a:pPr marL="0" marR="0" lvl="0" indent="0" algn="ctr" defTabSz="1219170" eaLnBrk="1" fontAlgn="auto" latinLnBrk="0" hangingPunct="1">
              <a:lnSpc>
                <a:spcPct val="100000"/>
              </a:lnSpc>
              <a:spcBef>
                <a:spcPts val="0"/>
              </a:spcBef>
              <a:spcAft>
                <a:spcPts val="0"/>
              </a:spcAft>
              <a:buClrTx/>
              <a:buSzTx/>
              <a:buFontTx/>
              <a:buNone/>
              <a:tabLst/>
              <a:defRPr/>
            </a:pPr>
            <a:endParaRPr kumimoji="0" lang="en-US" sz="1091" b="0" i="0" u="none" strike="noStrike" kern="0" cap="none" spc="0" normalizeH="0" baseline="0" noProof="0" dirty="0">
              <a:ln>
                <a:noFill/>
              </a:ln>
              <a:solidFill>
                <a:srgbClr val="000000"/>
              </a:solidFill>
              <a:effectLst/>
              <a:uLnTx/>
              <a:uFillTx/>
              <a:latin typeface="Calibri" panose="020F0502020204030204"/>
              <a:ea typeface="ヒラギノ角ゴ Pro W3" pitchFamily="-126" charset="-128"/>
              <a:cs typeface="Calibri" panose="020F0502020204030204" pitchFamily="34" charset="0"/>
            </a:endParaRPr>
          </a:p>
        </p:txBody>
      </p:sp>
      <p:sp>
        <p:nvSpPr>
          <p:cNvPr id="183" name="Rectangle: Rounded Corners 182">
            <a:extLst>
              <a:ext uri="{FF2B5EF4-FFF2-40B4-BE49-F238E27FC236}">
                <a16:creationId xmlns:a16="http://schemas.microsoft.com/office/drawing/2014/main" id="{FF26ECE2-E675-EEEF-BB0B-CFEBB59A0F8E}"/>
              </a:ext>
            </a:extLst>
          </p:cNvPr>
          <p:cNvSpPr/>
          <p:nvPr/>
        </p:nvSpPr>
        <p:spPr>
          <a:xfrm>
            <a:off x="9182738" y="1258849"/>
            <a:ext cx="109728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Prior Authorization</a:t>
            </a:r>
          </a:p>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Processing</a:t>
            </a:r>
          </a:p>
        </p:txBody>
      </p:sp>
      <p:grpSp>
        <p:nvGrpSpPr>
          <p:cNvPr id="184" name="Group 183">
            <a:extLst>
              <a:ext uri="{FF2B5EF4-FFF2-40B4-BE49-F238E27FC236}">
                <a16:creationId xmlns:a16="http://schemas.microsoft.com/office/drawing/2014/main" id="{20730929-65BE-4D7D-D969-EEB8F77F8E7C}"/>
              </a:ext>
            </a:extLst>
          </p:cNvPr>
          <p:cNvGrpSpPr/>
          <p:nvPr/>
        </p:nvGrpSpPr>
        <p:grpSpPr>
          <a:xfrm>
            <a:off x="8353448" y="4637924"/>
            <a:ext cx="1341120" cy="186681"/>
            <a:chOff x="6397392" y="3943297"/>
            <a:chExt cx="1005840" cy="140012"/>
          </a:xfrm>
        </p:grpSpPr>
        <p:cxnSp>
          <p:nvCxnSpPr>
            <p:cNvPr id="185" name="Straight Arrow Connector 184">
              <a:extLst>
                <a:ext uri="{FF2B5EF4-FFF2-40B4-BE49-F238E27FC236}">
                  <a16:creationId xmlns:a16="http://schemas.microsoft.com/office/drawing/2014/main" id="{62161E98-B3BF-9ED9-74F5-597EFDA487D4}"/>
                </a:ext>
              </a:extLst>
            </p:cNvPr>
            <p:cNvCxnSpPr>
              <a:cxnSpLocks/>
            </p:cNvCxnSpPr>
            <p:nvPr/>
          </p:nvCxnSpPr>
          <p:spPr>
            <a:xfrm>
              <a:off x="6397392" y="4083309"/>
              <a:ext cx="1005840" cy="0"/>
            </a:xfrm>
            <a:prstGeom prst="straightConnector1">
              <a:avLst/>
            </a:prstGeom>
            <a:noFill/>
            <a:ln w="6350" cap="flat" cmpd="sng" algn="ctr">
              <a:solidFill>
                <a:schemeClr val="tx1">
                  <a:lumMod val="50000"/>
                  <a:lumOff val="50000"/>
                </a:schemeClr>
              </a:solidFill>
              <a:prstDash val="dash"/>
              <a:miter lim="800000"/>
              <a:headEnd type="triangle"/>
              <a:tailEnd type="triangle"/>
            </a:ln>
            <a:effectLst/>
          </p:spPr>
        </p:cxnSp>
        <p:sp>
          <p:nvSpPr>
            <p:cNvPr id="186" name="TextBox 185">
              <a:extLst>
                <a:ext uri="{FF2B5EF4-FFF2-40B4-BE49-F238E27FC236}">
                  <a16:creationId xmlns:a16="http://schemas.microsoft.com/office/drawing/2014/main" id="{B64CDB17-4000-02D9-CF86-C677D2D5BB5A}"/>
                </a:ext>
              </a:extLst>
            </p:cNvPr>
            <p:cNvSpPr txBox="1"/>
            <p:nvPr/>
          </p:nvSpPr>
          <p:spPr>
            <a:xfrm>
              <a:off x="6424375" y="3943297"/>
              <a:ext cx="976583" cy="125901"/>
            </a:xfrm>
            <a:prstGeom prst="rect">
              <a:avLst/>
            </a:prstGeom>
            <a:noFill/>
          </p:spPr>
          <p:txBody>
            <a:bodyPr wrap="square" lIns="0" tIns="0" rIns="0" bIns="0">
              <a:spAutoFit/>
            </a:bodyPr>
            <a:lstStyle/>
            <a:p>
              <a:pPr algn="ctr" defTabSz="1219170">
                <a:defRPr/>
              </a:pPr>
              <a:r>
                <a:rPr lang="en-US" sz="1050" kern="0" dirty="0">
                  <a:solidFill>
                    <a:schemeClr val="tx1">
                      <a:lumMod val="65000"/>
                      <a:lumOff val="35000"/>
                    </a:schemeClr>
                  </a:solidFill>
                  <a:latin typeface="Calibri" panose="020F0502020204030204"/>
                  <a:ea typeface="ヒラギノ角ゴ Pro W3" pitchFamily="-126" charset="-128"/>
                  <a:cs typeface="Calibri" panose="020F0502020204030204" pitchFamily="34" charset="0"/>
                </a:rPr>
                <a:t>Prior Auth Approval?</a:t>
              </a:r>
            </a:p>
          </p:txBody>
        </p:sp>
      </p:grpSp>
      <p:grpSp>
        <p:nvGrpSpPr>
          <p:cNvPr id="187" name="Group 186">
            <a:extLst>
              <a:ext uri="{FF2B5EF4-FFF2-40B4-BE49-F238E27FC236}">
                <a16:creationId xmlns:a16="http://schemas.microsoft.com/office/drawing/2014/main" id="{5B97766C-5C3A-3C0F-1A5F-3D2A5E010C5A}"/>
              </a:ext>
            </a:extLst>
          </p:cNvPr>
          <p:cNvGrpSpPr/>
          <p:nvPr/>
        </p:nvGrpSpPr>
        <p:grpSpPr>
          <a:xfrm>
            <a:off x="6901948" y="4840756"/>
            <a:ext cx="1388780" cy="289162"/>
            <a:chOff x="6387109" y="3880431"/>
            <a:chExt cx="1041585" cy="216874"/>
          </a:xfrm>
        </p:grpSpPr>
        <p:cxnSp>
          <p:nvCxnSpPr>
            <p:cNvPr id="188" name="Straight Arrow Connector 187">
              <a:extLst>
                <a:ext uri="{FF2B5EF4-FFF2-40B4-BE49-F238E27FC236}">
                  <a16:creationId xmlns:a16="http://schemas.microsoft.com/office/drawing/2014/main" id="{CC846B6B-6720-62D2-6C45-85737ED451DE}"/>
                </a:ext>
              </a:extLst>
            </p:cNvPr>
            <p:cNvCxnSpPr>
              <a:cxnSpLocks/>
            </p:cNvCxnSpPr>
            <p:nvPr/>
          </p:nvCxnSpPr>
          <p:spPr>
            <a:xfrm>
              <a:off x="6397392" y="4097305"/>
              <a:ext cx="1005840" cy="0"/>
            </a:xfrm>
            <a:prstGeom prst="straightConnector1">
              <a:avLst/>
            </a:prstGeom>
            <a:noFill/>
            <a:ln w="6350" cap="flat" cmpd="sng" algn="ctr">
              <a:solidFill>
                <a:srgbClr val="000000"/>
              </a:solidFill>
              <a:prstDash val="solid"/>
              <a:miter lim="800000"/>
              <a:headEnd type="triangle"/>
              <a:tailEnd type="none"/>
            </a:ln>
            <a:effectLst/>
          </p:spPr>
        </p:cxnSp>
        <p:sp>
          <p:nvSpPr>
            <p:cNvPr id="189" name="TextBox 188">
              <a:extLst>
                <a:ext uri="{FF2B5EF4-FFF2-40B4-BE49-F238E27FC236}">
                  <a16:creationId xmlns:a16="http://schemas.microsoft.com/office/drawing/2014/main" id="{020352F5-4E6A-5CE9-BDF2-DC058CD06B82}"/>
                </a:ext>
              </a:extLst>
            </p:cNvPr>
            <p:cNvSpPr txBox="1"/>
            <p:nvPr/>
          </p:nvSpPr>
          <p:spPr>
            <a:xfrm>
              <a:off x="6387109" y="3880431"/>
              <a:ext cx="1041585" cy="192362"/>
            </a:xfrm>
            <a:prstGeom prst="rect">
              <a:avLst/>
            </a:prstGeom>
            <a:noFill/>
          </p:spPr>
          <p:txBody>
            <a:bodyPr wrap="square" lIns="0" tIns="0" rIns="0" bIns="0">
              <a:spAutoFit/>
            </a:bodyPr>
            <a:lstStyle/>
            <a:p>
              <a:pPr algn="ctr" defTabSz="1219170">
                <a:lnSpc>
                  <a:spcPts val="1000"/>
                </a:lnSpc>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Prepare QR</a:t>
              </a:r>
            </a:p>
            <a:p>
              <a:pPr algn="ctr" defTabSz="1219170">
                <a:lnSpc>
                  <a:spcPts val="1000"/>
                </a:lnSpc>
                <a:defRPr/>
              </a:pPr>
              <a:r>
                <a:rPr lang="en-US" sz="900" kern="0" dirty="0">
                  <a:solidFill>
                    <a:schemeClr val="tx1">
                      <a:lumMod val="65000"/>
                      <a:lumOff val="35000"/>
                    </a:schemeClr>
                  </a:solidFill>
                  <a:latin typeface="Calibri" panose="020F0502020204030204"/>
                  <a:ea typeface="ヒラギノ角ゴ Pro W3" pitchFamily="-126" charset="-128"/>
                  <a:cs typeface="Calibri" panose="020F0502020204030204" pitchFamily="34" charset="0"/>
                </a:rPr>
                <a:t>more questions / complete</a:t>
              </a:r>
            </a:p>
          </p:txBody>
        </p:sp>
      </p:grpSp>
      <p:cxnSp>
        <p:nvCxnSpPr>
          <p:cNvPr id="190" name="Straight Arrow Connector 189">
            <a:extLst>
              <a:ext uri="{FF2B5EF4-FFF2-40B4-BE49-F238E27FC236}">
                <a16:creationId xmlns:a16="http://schemas.microsoft.com/office/drawing/2014/main" id="{7EC229E4-0206-19FD-B3BF-0E73E2B20B7E}"/>
              </a:ext>
            </a:extLst>
          </p:cNvPr>
          <p:cNvCxnSpPr>
            <a:cxnSpLocks/>
          </p:cNvCxnSpPr>
          <p:nvPr/>
        </p:nvCxnSpPr>
        <p:spPr>
          <a:xfrm>
            <a:off x="4719473" y="5408643"/>
            <a:ext cx="5257800" cy="0"/>
          </a:xfrm>
          <a:prstGeom prst="straightConnector1">
            <a:avLst/>
          </a:prstGeom>
          <a:noFill/>
          <a:ln w="9525" cap="flat" cmpd="sng" algn="ctr">
            <a:solidFill>
              <a:sysClr val="windowText" lastClr="000000"/>
            </a:solidFill>
            <a:prstDash val="dash"/>
            <a:miter lim="800000"/>
            <a:tailEnd type="triangle"/>
          </a:ln>
          <a:effectLst/>
        </p:spPr>
      </p:cxnSp>
      <p:cxnSp>
        <p:nvCxnSpPr>
          <p:cNvPr id="191" name="Straight Arrow Connector 190">
            <a:extLst>
              <a:ext uri="{FF2B5EF4-FFF2-40B4-BE49-F238E27FC236}">
                <a16:creationId xmlns:a16="http://schemas.microsoft.com/office/drawing/2014/main" id="{D4E009FF-37C1-E09A-6D45-44C8D5A4A9C6}"/>
              </a:ext>
            </a:extLst>
          </p:cNvPr>
          <p:cNvCxnSpPr>
            <a:cxnSpLocks/>
          </p:cNvCxnSpPr>
          <p:nvPr/>
        </p:nvCxnSpPr>
        <p:spPr>
          <a:xfrm flipH="1">
            <a:off x="4713187" y="3802519"/>
            <a:ext cx="5257800" cy="0"/>
          </a:xfrm>
          <a:prstGeom prst="straightConnector1">
            <a:avLst/>
          </a:prstGeom>
          <a:noFill/>
          <a:ln w="9525" cap="flat" cmpd="sng" algn="ctr">
            <a:solidFill>
              <a:sysClr val="windowText" lastClr="000000"/>
            </a:solidFill>
            <a:prstDash val="dash"/>
            <a:miter lim="800000"/>
            <a:tailEnd type="triangle"/>
          </a:ln>
          <a:effectLst/>
        </p:spPr>
      </p:cxnSp>
      <p:sp>
        <p:nvSpPr>
          <p:cNvPr id="192" name="TextBox 191">
            <a:extLst>
              <a:ext uri="{FF2B5EF4-FFF2-40B4-BE49-F238E27FC236}">
                <a16:creationId xmlns:a16="http://schemas.microsoft.com/office/drawing/2014/main" id="{A21C0D11-3233-CFC9-5950-8C34C3DA79D5}"/>
              </a:ext>
            </a:extLst>
          </p:cNvPr>
          <p:cNvSpPr txBox="1"/>
          <p:nvPr/>
        </p:nvSpPr>
        <p:spPr>
          <a:xfrm>
            <a:off x="8380188" y="4893081"/>
            <a:ext cx="1302111" cy="256545"/>
          </a:xfrm>
          <a:prstGeom prst="rect">
            <a:avLst/>
          </a:prstGeom>
          <a:noFill/>
        </p:spPr>
        <p:txBody>
          <a:bodyPr wrap="square" lIns="0" tIns="0" rIns="0" bIns="0">
            <a:spAutoFit/>
          </a:bodyPr>
          <a:lstStyle/>
          <a:p>
            <a:pPr algn="ctr" defTabSz="609585" fontAlgn="base">
              <a:lnSpc>
                <a:spcPts val="1000"/>
              </a:lnSpc>
              <a:spcBef>
                <a:spcPct val="0"/>
              </a:spcBef>
              <a:spcAft>
                <a:spcPct val="0"/>
              </a:spcAft>
              <a:defRPr/>
            </a:pPr>
            <a:r>
              <a:rPr lang="en-US" sz="950" i="1" kern="0" dirty="0">
                <a:solidFill>
                  <a:schemeClr val="accent1">
                    <a:lumMod val="75000"/>
                  </a:schemeClr>
                </a:solidFill>
                <a:latin typeface="Calibri" panose="020F0502020204030204"/>
                <a:ea typeface="ヒラギノ角ゴ Pro W3" pitchFamily="-126" charset="-128"/>
                <a:cs typeface="Calibri" panose="020F0502020204030204" pitchFamily="34" charset="0"/>
              </a:rPr>
              <a:t>Dependent on Payer configuration/capability</a:t>
            </a:r>
            <a:endParaRPr lang="en-US" sz="950" i="1" kern="0" dirty="0">
              <a:solidFill>
                <a:schemeClr val="accent1">
                  <a:lumMod val="75000"/>
                </a:schemeClr>
              </a:solidFill>
              <a:ea typeface="ヒラギノ角ゴ Pro W3" pitchFamily="-126" charset="-128"/>
            </a:endParaRPr>
          </a:p>
        </p:txBody>
      </p:sp>
      <p:sp>
        <p:nvSpPr>
          <p:cNvPr id="96" name="TextBox 95">
            <a:extLst>
              <a:ext uri="{FF2B5EF4-FFF2-40B4-BE49-F238E27FC236}">
                <a16:creationId xmlns:a16="http://schemas.microsoft.com/office/drawing/2014/main" id="{22322983-495A-DC9C-ED65-1CC0845F98FC}"/>
              </a:ext>
            </a:extLst>
          </p:cNvPr>
          <p:cNvSpPr txBox="1"/>
          <p:nvPr/>
        </p:nvSpPr>
        <p:spPr>
          <a:xfrm>
            <a:off x="2094671" y="1862985"/>
            <a:ext cx="1045197" cy="420756"/>
          </a:xfrm>
          <a:prstGeom prst="rect">
            <a:avLst/>
          </a:prstGeom>
          <a:noFill/>
        </p:spPr>
        <p:txBody>
          <a:bodyPr wrap="square">
            <a:spAutoFit/>
          </a:bodyPr>
          <a:lstStyle/>
          <a:p>
            <a:pPr algn="ctr" defTabSz="609585" fontAlgn="base">
              <a:spcBef>
                <a:spcPct val="0"/>
              </a:spcBef>
              <a:spcAft>
                <a:spcPct val="0"/>
              </a:spcAft>
            </a:pPr>
            <a:r>
              <a:rPr lang="en-US" sz="1050" b="1" kern="0" dirty="0">
                <a:solidFill>
                  <a:srgbClr val="500000"/>
                </a:solidFill>
                <a:latin typeface="Calibri" panose="020F0502020204030204" pitchFamily="34" charset="0"/>
                <a:ea typeface="ヒラギノ角ゴ Pro W3" pitchFamily="-126" charset="-128"/>
                <a:cs typeface="Calibri" panose="020F0502020204030204" pitchFamily="34" charset="0"/>
              </a:rPr>
              <a:t>DTR Configuration</a:t>
            </a:r>
          </a:p>
        </p:txBody>
      </p:sp>
      <p:grpSp>
        <p:nvGrpSpPr>
          <p:cNvPr id="97" name="Group 96">
            <a:extLst>
              <a:ext uri="{FF2B5EF4-FFF2-40B4-BE49-F238E27FC236}">
                <a16:creationId xmlns:a16="http://schemas.microsoft.com/office/drawing/2014/main" id="{4DBB6D39-C29A-F0D6-6F04-FC6DBF8AE38A}"/>
              </a:ext>
            </a:extLst>
          </p:cNvPr>
          <p:cNvGrpSpPr/>
          <p:nvPr/>
        </p:nvGrpSpPr>
        <p:grpSpPr>
          <a:xfrm>
            <a:off x="3056346" y="1799618"/>
            <a:ext cx="1698118" cy="369332"/>
            <a:chOff x="2826189" y="1552000"/>
            <a:chExt cx="1273589" cy="276999"/>
          </a:xfrm>
        </p:grpSpPr>
        <p:sp>
          <p:nvSpPr>
            <p:cNvPr id="98" name="TextBox 97">
              <a:extLst>
                <a:ext uri="{FF2B5EF4-FFF2-40B4-BE49-F238E27FC236}">
                  <a16:creationId xmlns:a16="http://schemas.microsoft.com/office/drawing/2014/main" id="{74D7FF79-4867-721A-E6DC-E736F8787734}"/>
                </a:ext>
              </a:extLst>
            </p:cNvPr>
            <p:cNvSpPr txBox="1"/>
            <p:nvPr/>
          </p:nvSpPr>
          <p:spPr>
            <a:xfrm>
              <a:off x="2914522" y="1589168"/>
              <a:ext cx="1085890" cy="125900"/>
            </a:xfrm>
            <a:prstGeom prst="rect">
              <a:avLst/>
            </a:prstGeom>
            <a:noFill/>
          </p:spPr>
          <p:txBody>
            <a:bodyPr wrap="square" lIns="0" tIns="0" rIns="0" bIns="0">
              <a:spAutoFit/>
            </a:bodyPr>
            <a:lstStyle/>
            <a:p>
              <a:pPr algn="ctr" defTabSz="1219170">
                <a:defRPr/>
              </a:pPr>
              <a:r>
                <a:rPr lang="en-US" sz="1050" kern="0" dirty="0">
                  <a:solidFill>
                    <a:srgbClr val="C0504D">
                      <a:lumMod val="50000"/>
                    </a:srgbClr>
                  </a:solidFill>
                  <a:latin typeface="Calibri" panose="020F0502020204030204" pitchFamily="34" charset="0"/>
                  <a:ea typeface="ヒラギノ角ゴ Pro W3" pitchFamily="-126" charset="-128"/>
                  <a:cs typeface="Calibri" panose="020F0502020204030204" pitchFamily="34" charset="0"/>
                </a:rPr>
                <a:t>EHR to App Connectivity</a:t>
              </a:r>
            </a:p>
          </p:txBody>
        </p:sp>
        <p:cxnSp>
          <p:nvCxnSpPr>
            <p:cNvPr id="99" name="Straight Arrow Connector 98">
              <a:extLst>
                <a:ext uri="{FF2B5EF4-FFF2-40B4-BE49-F238E27FC236}">
                  <a16:creationId xmlns:a16="http://schemas.microsoft.com/office/drawing/2014/main" id="{ECE61677-084A-1085-AA35-F07B9FA40211}"/>
                </a:ext>
              </a:extLst>
            </p:cNvPr>
            <p:cNvCxnSpPr>
              <a:cxnSpLocks/>
            </p:cNvCxnSpPr>
            <p:nvPr/>
          </p:nvCxnSpPr>
          <p:spPr>
            <a:xfrm>
              <a:off x="2896144" y="1742324"/>
              <a:ext cx="1106424" cy="0"/>
            </a:xfrm>
            <a:prstGeom prst="straightConnector1">
              <a:avLst/>
            </a:prstGeom>
            <a:ln w="9525">
              <a:solidFill>
                <a:schemeClr val="accent6">
                  <a:lumMod val="50000"/>
                </a:schemeClr>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41DF8FBF-2483-3A87-EAD2-2C2EBA7CDFD5}"/>
                </a:ext>
              </a:extLst>
            </p:cNvPr>
            <p:cNvSpPr txBox="1"/>
            <p:nvPr/>
          </p:nvSpPr>
          <p:spPr>
            <a:xfrm>
              <a:off x="2826189" y="1552000"/>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sp>
          <p:nvSpPr>
            <p:cNvPr id="101" name="TextBox 100">
              <a:extLst>
                <a:ext uri="{FF2B5EF4-FFF2-40B4-BE49-F238E27FC236}">
                  <a16:creationId xmlns:a16="http://schemas.microsoft.com/office/drawing/2014/main" id="{FDC56B7F-A269-F285-81AA-02CE0BA4B251}"/>
                </a:ext>
              </a:extLst>
            </p:cNvPr>
            <p:cNvSpPr txBox="1"/>
            <p:nvPr/>
          </p:nvSpPr>
          <p:spPr>
            <a:xfrm>
              <a:off x="3948628" y="1552000"/>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grpSp>
      <p:grpSp>
        <p:nvGrpSpPr>
          <p:cNvPr id="111" name="Group 110">
            <a:extLst>
              <a:ext uri="{FF2B5EF4-FFF2-40B4-BE49-F238E27FC236}">
                <a16:creationId xmlns:a16="http://schemas.microsoft.com/office/drawing/2014/main" id="{C0C0EE9A-71CA-3FC8-CF83-05210C73D491}"/>
              </a:ext>
            </a:extLst>
          </p:cNvPr>
          <p:cNvGrpSpPr/>
          <p:nvPr/>
        </p:nvGrpSpPr>
        <p:grpSpPr>
          <a:xfrm>
            <a:off x="4550905" y="2031988"/>
            <a:ext cx="2419914" cy="369855"/>
            <a:chOff x="4053426" y="1644684"/>
            <a:chExt cx="1814938" cy="277391"/>
          </a:xfrm>
        </p:grpSpPr>
        <p:grpSp>
          <p:nvGrpSpPr>
            <p:cNvPr id="112" name="Group 111">
              <a:extLst>
                <a:ext uri="{FF2B5EF4-FFF2-40B4-BE49-F238E27FC236}">
                  <a16:creationId xmlns:a16="http://schemas.microsoft.com/office/drawing/2014/main" id="{9553B0D2-FB56-5B3B-14E4-2FE20E435A40}"/>
                </a:ext>
              </a:extLst>
            </p:cNvPr>
            <p:cNvGrpSpPr/>
            <p:nvPr/>
          </p:nvGrpSpPr>
          <p:grpSpPr>
            <a:xfrm>
              <a:off x="4129322" y="1644684"/>
              <a:ext cx="1739042" cy="276999"/>
              <a:chOff x="4023002" y="1746403"/>
              <a:chExt cx="1739042" cy="276999"/>
            </a:xfrm>
          </p:grpSpPr>
          <p:sp>
            <p:nvSpPr>
              <p:cNvPr id="114" name="TextBox 113">
                <a:extLst>
                  <a:ext uri="{FF2B5EF4-FFF2-40B4-BE49-F238E27FC236}">
                    <a16:creationId xmlns:a16="http://schemas.microsoft.com/office/drawing/2014/main" id="{8B3192FE-5F12-297C-BD37-DF784098988E}"/>
                  </a:ext>
                </a:extLst>
              </p:cNvPr>
              <p:cNvSpPr txBox="1"/>
              <p:nvPr/>
            </p:nvSpPr>
            <p:spPr>
              <a:xfrm>
                <a:off x="4086664" y="1797039"/>
                <a:ext cx="1471381" cy="125899"/>
              </a:xfrm>
              <a:prstGeom prst="rect">
                <a:avLst/>
              </a:prstGeom>
              <a:solidFill>
                <a:srgbClr val="FBF4F3"/>
              </a:solidFill>
            </p:spPr>
            <p:txBody>
              <a:bodyPr wrap="square" lIns="0" tIns="0" rIns="0" bIns="0">
                <a:spAutoFit/>
              </a:bodyPr>
              <a:lstStyle/>
              <a:p>
                <a:pPr algn="ctr" defTabSz="1219170">
                  <a:defRPr/>
                </a:pPr>
                <a:r>
                  <a:rPr lang="en-US" sz="1050" kern="0" dirty="0">
                    <a:solidFill>
                      <a:srgbClr val="C0504D">
                        <a:lumMod val="50000"/>
                      </a:srgbClr>
                    </a:solidFill>
                    <a:latin typeface="Calibri" panose="020F0502020204030204" pitchFamily="34" charset="0"/>
                    <a:ea typeface="ヒラギノ角ゴ Pro W3" pitchFamily="-126" charset="-128"/>
                    <a:cs typeface="Calibri" panose="020F0502020204030204" pitchFamily="34" charset="0"/>
                  </a:rPr>
                  <a:t>EHR/App to Payer Connectivity</a:t>
                </a:r>
              </a:p>
            </p:txBody>
          </p:sp>
          <p:cxnSp>
            <p:nvCxnSpPr>
              <p:cNvPr id="115" name="Straight Arrow Connector 114">
                <a:extLst>
                  <a:ext uri="{FF2B5EF4-FFF2-40B4-BE49-F238E27FC236}">
                    <a16:creationId xmlns:a16="http://schemas.microsoft.com/office/drawing/2014/main" id="{29AAC68C-5FDA-829D-5C10-43FEAD1C691C}"/>
                  </a:ext>
                </a:extLst>
              </p:cNvPr>
              <p:cNvCxnSpPr>
                <a:cxnSpLocks/>
              </p:cNvCxnSpPr>
              <p:nvPr/>
            </p:nvCxnSpPr>
            <p:spPr>
              <a:xfrm>
                <a:off x="4023002" y="1936243"/>
                <a:ext cx="1645923" cy="0"/>
              </a:xfrm>
              <a:prstGeom prst="straightConnector1">
                <a:avLst/>
              </a:prstGeom>
              <a:ln w="9525">
                <a:solidFill>
                  <a:schemeClr val="accent6">
                    <a:lumMod val="50000"/>
                  </a:schemeClr>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E3149614-8308-5EED-2D35-6BDF0B900133}"/>
                  </a:ext>
                </a:extLst>
              </p:cNvPr>
              <p:cNvSpPr txBox="1"/>
              <p:nvPr/>
            </p:nvSpPr>
            <p:spPr>
              <a:xfrm>
                <a:off x="5610894" y="1746403"/>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grpSp>
        <p:sp>
          <p:nvSpPr>
            <p:cNvPr id="113" name="TextBox 112">
              <a:extLst>
                <a:ext uri="{FF2B5EF4-FFF2-40B4-BE49-F238E27FC236}">
                  <a16:creationId xmlns:a16="http://schemas.microsoft.com/office/drawing/2014/main" id="{EB09A35A-7403-86E4-D251-013C18655410}"/>
                </a:ext>
              </a:extLst>
            </p:cNvPr>
            <p:cNvSpPr txBox="1"/>
            <p:nvPr/>
          </p:nvSpPr>
          <p:spPr>
            <a:xfrm>
              <a:off x="4053426" y="1645076"/>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grpSp>
      <p:sp>
        <p:nvSpPr>
          <p:cNvPr id="198" name="Rectangle: Rounded Corners 197">
            <a:extLst>
              <a:ext uri="{FF2B5EF4-FFF2-40B4-BE49-F238E27FC236}">
                <a16:creationId xmlns:a16="http://schemas.microsoft.com/office/drawing/2014/main" id="{B28EC8BA-3C51-123D-A189-BCFD0DA753D2}"/>
              </a:ext>
            </a:extLst>
          </p:cNvPr>
          <p:cNvSpPr/>
          <p:nvPr/>
        </p:nvSpPr>
        <p:spPr>
          <a:xfrm>
            <a:off x="3611690" y="1267902"/>
            <a:ext cx="586191" cy="338328"/>
          </a:xfrm>
          <a:prstGeom prst="roundRect">
            <a:avLst>
              <a:gd name="adj" fmla="val 0"/>
            </a:avLst>
          </a:prstGeom>
          <a:solidFill>
            <a:srgbClr val="F6F5EE"/>
          </a:solidFill>
          <a:ln w="10795" cap="flat" cmpd="sng" algn="ctr">
            <a:solidFill>
              <a:schemeClr val="bg2">
                <a:lumMod val="90000"/>
              </a:schemeClr>
            </a:solidFill>
            <a:prstDash val="sysDash"/>
            <a:miter lim="800000"/>
          </a:ln>
          <a:effectLst/>
        </p:spPr>
        <p:txBody>
          <a:bodyPr lIns="0" rIns="0" rtlCol="0" anchor="ctr"/>
          <a:lstStyle/>
          <a:p>
            <a:pPr algn="ctr" defTabSz="1219170">
              <a:defRPr/>
            </a:pPr>
            <a:endParaRPr lang="en-US" sz="1091" kern="0" dirty="0">
              <a:solidFill>
                <a:srgbClr val="000000"/>
              </a:solidFill>
              <a:latin typeface="Calibri" panose="020F0502020204030204"/>
              <a:ea typeface="ヒラギノ角ゴ Pro W3" pitchFamily="-126" charset="-128"/>
              <a:cs typeface="Calibri" panose="020F0502020204030204" pitchFamily="34" charset="0"/>
            </a:endParaRPr>
          </a:p>
        </p:txBody>
      </p:sp>
      <p:sp>
        <p:nvSpPr>
          <p:cNvPr id="170" name="Rectangle: Rounded Corners 169">
            <a:extLst>
              <a:ext uri="{FF2B5EF4-FFF2-40B4-BE49-F238E27FC236}">
                <a16:creationId xmlns:a16="http://schemas.microsoft.com/office/drawing/2014/main" id="{AFDA93B7-7120-C745-103C-E4A848EA1A79}"/>
              </a:ext>
            </a:extLst>
          </p:cNvPr>
          <p:cNvSpPr/>
          <p:nvPr/>
        </p:nvSpPr>
        <p:spPr>
          <a:xfrm>
            <a:off x="2703903" y="1261195"/>
            <a:ext cx="91440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EHR</a:t>
            </a:r>
            <a:endParaRPr lang="en-US" sz="1091" kern="0" dirty="0">
              <a:solidFill>
                <a:srgbClr val="000000"/>
              </a:solidFill>
              <a:latin typeface="Calibri" panose="020F0502020204030204"/>
              <a:ea typeface="ヒラギノ角ゴ Pro W3" pitchFamily="-126" charset="-128"/>
              <a:cs typeface="Calibri" panose="020F0502020204030204" pitchFamily="34" charset="0"/>
            </a:endParaRPr>
          </a:p>
        </p:txBody>
      </p:sp>
      <p:sp>
        <p:nvSpPr>
          <p:cNvPr id="171" name="Rectangle: Rounded Corners 170">
            <a:extLst>
              <a:ext uri="{FF2B5EF4-FFF2-40B4-BE49-F238E27FC236}">
                <a16:creationId xmlns:a16="http://schemas.microsoft.com/office/drawing/2014/main" id="{02C9CE22-A309-A927-391A-124E66D0C6AD}"/>
              </a:ext>
            </a:extLst>
          </p:cNvPr>
          <p:cNvSpPr/>
          <p:nvPr/>
        </p:nvSpPr>
        <p:spPr>
          <a:xfrm>
            <a:off x="4188828" y="1261195"/>
            <a:ext cx="91440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SMART/Native </a:t>
            </a:r>
          </a:p>
          <a:p>
            <a:pPr algn="ctr" defTabSz="1219170">
              <a:defRPr/>
            </a:pPr>
            <a:r>
              <a:rPr lang="en-US" sz="1050" kern="0" dirty="0">
                <a:solidFill>
                  <a:srgbClr val="000000"/>
                </a:solidFill>
                <a:latin typeface="Calibri" panose="020F0502020204030204"/>
                <a:ea typeface="ヒラギノ角ゴ Pro W3" pitchFamily="-126" charset="-128"/>
                <a:cs typeface="Calibri" panose="020F0502020204030204" pitchFamily="34" charset="0"/>
              </a:rPr>
              <a:t>DTR App</a:t>
            </a:r>
          </a:p>
        </p:txBody>
      </p:sp>
    </p:spTree>
    <p:extLst>
      <p:ext uri="{BB962C8B-B14F-4D97-AF65-F5344CB8AC3E}">
        <p14:creationId xmlns:p14="http://schemas.microsoft.com/office/powerpoint/2010/main" val="2176042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E9D8C6D6-3825-BA75-E94D-78D2C1896C59}"/>
            </a:ext>
          </a:extLst>
        </p:cNvPr>
        <p:cNvGrpSpPr/>
        <p:nvPr/>
      </p:nvGrpSpPr>
      <p:grpSpPr>
        <a:xfrm>
          <a:off x="0" y="0"/>
          <a:ext cx="0" cy="0"/>
          <a:chOff x="0" y="0"/>
          <a:chExt cx="0" cy="0"/>
        </a:xfrm>
      </p:grpSpPr>
      <p:sp>
        <p:nvSpPr>
          <p:cNvPr id="21" name="Rectangle: Rounded Corners 20">
            <a:extLst>
              <a:ext uri="{FF2B5EF4-FFF2-40B4-BE49-F238E27FC236}">
                <a16:creationId xmlns:a16="http://schemas.microsoft.com/office/drawing/2014/main" id="{DFB201BF-0942-72B2-DCC2-55C9558DDA86}"/>
              </a:ext>
            </a:extLst>
          </p:cNvPr>
          <p:cNvSpPr/>
          <p:nvPr/>
        </p:nvSpPr>
        <p:spPr>
          <a:xfrm>
            <a:off x="7879491" y="1283231"/>
            <a:ext cx="2657856" cy="668172"/>
          </a:xfrm>
          <a:prstGeom prst="roundRect">
            <a:avLst>
              <a:gd name="adj" fmla="val 11189"/>
            </a:avLst>
          </a:prstGeom>
          <a:solidFill>
            <a:srgbClr val="F6F5EE"/>
          </a:solidFill>
          <a:ln w="3175">
            <a:solidFill>
              <a:schemeClr val="bg2">
                <a:lumMod val="50000"/>
              </a:schemeClr>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400" dirty="0">
              <a:solidFill>
                <a:prstClr val="white"/>
              </a:solidFill>
              <a:latin typeface="Arial"/>
            </a:endParaRPr>
          </a:p>
        </p:txBody>
      </p:sp>
      <p:sp>
        <p:nvSpPr>
          <p:cNvPr id="29" name="Rectangle: Rounded Corners 28">
            <a:extLst>
              <a:ext uri="{FF2B5EF4-FFF2-40B4-BE49-F238E27FC236}">
                <a16:creationId xmlns:a16="http://schemas.microsoft.com/office/drawing/2014/main" id="{14B849E9-0FC1-BFFA-4275-EB01FDD42817}"/>
              </a:ext>
            </a:extLst>
          </p:cNvPr>
          <p:cNvSpPr/>
          <p:nvPr/>
        </p:nvSpPr>
        <p:spPr>
          <a:xfrm>
            <a:off x="2291358" y="1287110"/>
            <a:ext cx="4086777" cy="668172"/>
          </a:xfrm>
          <a:prstGeom prst="roundRect">
            <a:avLst>
              <a:gd name="adj" fmla="val 11189"/>
            </a:avLst>
          </a:prstGeom>
          <a:solidFill>
            <a:srgbClr val="F6F5EE"/>
          </a:solidFill>
          <a:ln w="3175">
            <a:solidFill>
              <a:schemeClr val="bg2">
                <a:lumMod val="50000"/>
              </a:schemeClr>
            </a:solidFill>
            <a:prstDash val="soli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400" dirty="0">
              <a:solidFill>
                <a:prstClr val="white"/>
              </a:solidFill>
              <a:latin typeface="Arial"/>
            </a:endParaRPr>
          </a:p>
        </p:txBody>
      </p:sp>
      <p:sp>
        <p:nvSpPr>
          <p:cNvPr id="30" name="Rectangle: Rounded Corners 29">
            <a:extLst>
              <a:ext uri="{FF2B5EF4-FFF2-40B4-BE49-F238E27FC236}">
                <a16:creationId xmlns:a16="http://schemas.microsoft.com/office/drawing/2014/main" id="{06D84BF9-2B1A-14E1-8824-0C40DC90A7AB}"/>
              </a:ext>
            </a:extLst>
          </p:cNvPr>
          <p:cNvSpPr/>
          <p:nvPr/>
        </p:nvSpPr>
        <p:spPr>
          <a:xfrm>
            <a:off x="3264709" y="2064210"/>
            <a:ext cx="5628008" cy="605199"/>
          </a:xfrm>
          <a:prstGeom prst="roundRect">
            <a:avLst>
              <a:gd name="adj" fmla="val 0"/>
            </a:avLst>
          </a:prstGeom>
          <a:solidFill>
            <a:srgbClr val="FBF4F3"/>
          </a:solidFill>
          <a:ln w="3175" cap="flat" cmpd="sng" algn="ctr">
            <a:solidFill>
              <a:schemeClr val="accent2">
                <a:lumMod val="40000"/>
                <a:lumOff val="60000"/>
              </a:schemeClr>
            </a:solid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cxnSp>
        <p:nvCxnSpPr>
          <p:cNvPr id="31" name="Straight Connector 30">
            <a:extLst>
              <a:ext uri="{FF2B5EF4-FFF2-40B4-BE49-F238E27FC236}">
                <a16:creationId xmlns:a16="http://schemas.microsoft.com/office/drawing/2014/main" id="{58FA3398-3FA6-36D3-12BB-C87D5D56D3CE}"/>
              </a:ext>
            </a:extLst>
          </p:cNvPr>
          <p:cNvCxnSpPr>
            <a:cxnSpLocks/>
          </p:cNvCxnSpPr>
          <p:nvPr/>
        </p:nvCxnSpPr>
        <p:spPr>
          <a:xfrm>
            <a:off x="4319757" y="1846458"/>
            <a:ext cx="0" cy="4413504"/>
          </a:xfrm>
          <a:prstGeom prst="line">
            <a:avLst/>
          </a:prstGeom>
          <a:noFill/>
          <a:ln w="6350" cap="flat" cmpd="sng" algn="ctr">
            <a:solidFill>
              <a:srgbClr val="FFFFFF">
                <a:lumMod val="75000"/>
              </a:srgbClr>
            </a:solidFill>
            <a:prstDash val="dash"/>
            <a:miter lim="800000"/>
          </a:ln>
          <a:effectLst/>
        </p:spPr>
      </p:cxnSp>
      <p:cxnSp>
        <p:nvCxnSpPr>
          <p:cNvPr id="41" name="Straight Connector 40">
            <a:extLst>
              <a:ext uri="{FF2B5EF4-FFF2-40B4-BE49-F238E27FC236}">
                <a16:creationId xmlns:a16="http://schemas.microsoft.com/office/drawing/2014/main" id="{EB1A2F8A-BADA-09F0-23BC-45D6B868B5A2}"/>
              </a:ext>
            </a:extLst>
          </p:cNvPr>
          <p:cNvCxnSpPr>
            <a:cxnSpLocks/>
          </p:cNvCxnSpPr>
          <p:nvPr/>
        </p:nvCxnSpPr>
        <p:spPr>
          <a:xfrm>
            <a:off x="5815179" y="1846458"/>
            <a:ext cx="0" cy="4413504"/>
          </a:xfrm>
          <a:prstGeom prst="line">
            <a:avLst/>
          </a:prstGeom>
          <a:noFill/>
          <a:ln w="6350" cap="flat" cmpd="sng" algn="ctr">
            <a:solidFill>
              <a:srgbClr val="FFFFFF">
                <a:lumMod val="75000"/>
              </a:srgbClr>
            </a:solidFill>
            <a:prstDash val="dash"/>
            <a:miter lim="800000"/>
          </a:ln>
          <a:effectLst/>
        </p:spPr>
      </p:cxnSp>
      <p:cxnSp>
        <p:nvCxnSpPr>
          <p:cNvPr id="44" name="Straight Connector 43">
            <a:extLst>
              <a:ext uri="{FF2B5EF4-FFF2-40B4-BE49-F238E27FC236}">
                <a16:creationId xmlns:a16="http://schemas.microsoft.com/office/drawing/2014/main" id="{0DD152A5-E863-1406-BFFB-06E49AFDE18D}"/>
              </a:ext>
            </a:extLst>
          </p:cNvPr>
          <p:cNvCxnSpPr>
            <a:cxnSpLocks/>
          </p:cNvCxnSpPr>
          <p:nvPr/>
        </p:nvCxnSpPr>
        <p:spPr>
          <a:xfrm>
            <a:off x="8435517" y="1846458"/>
            <a:ext cx="0" cy="4413504"/>
          </a:xfrm>
          <a:prstGeom prst="line">
            <a:avLst/>
          </a:prstGeom>
          <a:noFill/>
          <a:ln w="6350" cap="flat" cmpd="sng" algn="ctr">
            <a:solidFill>
              <a:srgbClr val="FFFFFF">
                <a:lumMod val="75000"/>
              </a:srgbClr>
            </a:solidFill>
            <a:prstDash val="dash"/>
            <a:miter lim="800000"/>
          </a:ln>
          <a:effectLst/>
        </p:spPr>
      </p:cxnSp>
      <p:cxnSp>
        <p:nvCxnSpPr>
          <p:cNvPr id="45" name="Straight Connector 44">
            <a:extLst>
              <a:ext uri="{FF2B5EF4-FFF2-40B4-BE49-F238E27FC236}">
                <a16:creationId xmlns:a16="http://schemas.microsoft.com/office/drawing/2014/main" id="{17D67D58-43E3-8E71-051E-95297E2A8D0C}"/>
              </a:ext>
            </a:extLst>
          </p:cNvPr>
          <p:cNvCxnSpPr>
            <a:cxnSpLocks/>
          </p:cNvCxnSpPr>
          <p:nvPr/>
        </p:nvCxnSpPr>
        <p:spPr>
          <a:xfrm>
            <a:off x="9872123" y="1846458"/>
            <a:ext cx="0" cy="4413504"/>
          </a:xfrm>
          <a:prstGeom prst="line">
            <a:avLst/>
          </a:prstGeom>
          <a:noFill/>
          <a:ln w="6350" cap="flat" cmpd="sng" algn="ctr">
            <a:solidFill>
              <a:srgbClr val="FFFFFF">
                <a:lumMod val="75000"/>
              </a:srgbClr>
            </a:solidFill>
            <a:prstDash val="dash"/>
            <a:miter lim="800000"/>
          </a:ln>
          <a:effectLst/>
        </p:spPr>
      </p:cxnSp>
      <p:cxnSp>
        <p:nvCxnSpPr>
          <p:cNvPr id="46" name="Straight Connector 45">
            <a:extLst>
              <a:ext uri="{FF2B5EF4-FFF2-40B4-BE49-F238E27FC236}">
                <a16:creationId xmlns:a16="http://schemas.microsoft.com/office/drawing/2014/main" id="{24BAE3E0-ECCC-5028-C951-6A063ED6773D}"/>
              </a:ext>
            </a:extLst>
          </p:cNvPr>
          <p:cNvCxnSpPr>
            <a:cxnSpLocks/>
          </p:cNvCxnSpPr>
          <p:nvPr/>
        </p:nvCxnSpPr>
        <p:spPr>
          <a:xfrm>
            <a:off x="2874510" y="1846458"/>
            <a:ext cx="0" cy="4413504"/>
          </a:xfrm>
          <a:prstGeom prst="line">
            <a:avLst/>
          </a:prstGeom>
          <a:noFill/>
          <a:ln w="6350" cap="flat" cmpd="sng" algn="ctr">
            <a:solidFill>
              <a:srgbClr val="FFFFFF">
                <a:lumMod val="75000"/>
              </a:srgbClr>
            </a:solidFill>
            <a:prstDash val="dash"/>
            <a:miter lim="800000"/>
          </a:ln>
          <a:effectLst/>
        </p:spPr>
      </p:cxnSp>
      <p:sp>
        <p:nvSpPr>
          <p:cNvPr id="47" name="TextBox 46">
            <a:extLst>
              <a:ext uri="{FF2B5EF4-FFF2-40B4-BE49-F238E27FC236}">
                <a16:creationId xmlns:a16="http://schemas.microsoft.com/office/drawing/2014/main" id="{CC8D1F05-0D0E-F14C-6162-5DCC60CE3489}"/>
              </a:ext>
            </a:extLst>
          </p:cNvPr>
          <p:cNvSpPr txBox="1"/>
          <p:nvPr/>
        </p:nvSpPr>
        <p:spPr>
          <a:xfrm>
            <a:off x="7870256" y="1261970"/>
            <a:ext cx="2667092" cy="260199"/>
          </a:xfrm>
          <a:prstGeom prst="rect">
            <a:avLst/>
          </a:prstGeom>
          <a:noFill/>
        </p:spPr>
        <p:txBody>
          <a:bodyPr wrap="square">
            <a:spAutoFit/>
          </a:bodyPr>
          <a:lstStyle/>
          <a:p>
            <a:pPr algn="ctr" defTabSz="609585" fontAlgn="base">
              <a:spcBef>
                <a:spcPct val="0"/>
              </a:spcBef>
              <a:spcAft>
                <a:spcPct val="0"/>
              </a:spcAft>
            </a:pPr>
            <a:r>
              <a:rPr lang="en-US" sz="1091" b="1" kern="0" dirty="0">
                <a:solidFill>
                  <a:srgbClr val="000000"/>
                </a:solidFill>
                <a:latin typeface="Calibri" panose="020F0502020204030204" pitchFamily="34" charset="0"/>
                <a:ea typeface="ヒラギノ角ゴ Pro W3" pitchFamily="-126" charset="-128"/>
                <a:cs typeface="Calibri" panose="020F0502020204030204" pitchFamily="34" charset="0"/>
              </a:rPr>
              <a:t>Payer System</a:t>
            </a:r>
          </a:p>
        </p:txBody>
      </p:sp>
      <p:sp>
        <p:nvSpPr>
          <p:cNvPr id="48" name="Rectangle: Rounded Corners 47">
            <a:extLst>
              <a:ext uri="{FF2B5EF4-FFF2-40B4-BE49-F238E27FC236}">
                <a16:creationId xmlns:a16="http://schemas.microsoft.com/office/drawing/2014/main" id="{5CE36586-8EF1-BDBD-B26C-19DEAFEE13EB}"/>
              </a:ext>
            </a:extLst>
          </p:cNvPr>
          <p:cNvSpPr/>
          <p:nvPr/>
        </p:nvSpPr>
        <p:spPr>
          <a:xfrm>
            <a:off x="5872243" y="4244705"/>
            <a:ext cx="4273084" cy="1327745"/>
          </a:xfrm>
          <a:prstGeom prst="roundRect">
            <a:avLst>
              <a:gd name="adj" fmla="val 463"/>
            </a:avLst>
          </a:prstGeom>
          <a:solidFill>
            <a:srgbClr val="F0F4FA"/>
          </a:solidFill>
          <a:ln w="3175">
            <a:solidFill>
              <a:srgbClr val="E6EDF6"/>
            </a:solid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400" dirty="0">
              <a:solidFill>
                <a:prstClr val="white"/>
              </a:solidFill>
              <a:latin typeface="Arial"/>
            </a:endParaRPr>
          </a:p>
        </p:txBody>
      </p:sp>
      <p:sp>
        <p:nvSpPr>
          <p:cNvPr id="49" name="Rectangle: Rounded Corners 48">
            <a:extLst>
              <a:ext uri="{FF2B5EF4-FFF2-40B4-BE49-F238E27FC236}">
                <a16:creationId xmlns:a16="http://schemas.microsoft.com/office/drawing/2014/main" id="{7FF36BB7-7A38-B105-FF1C-9C5EB1AF6DD8}"/>
              </a:ext>
            </a:extLst>
          </p:cNvPr>
          <p:cNvSpPr/>
          <p:nvPr/>
        </p:nvSpPr>
        <p:spPr>
          <a:xfrm>
            <a:off x="2828150" y="2786402"/>
            <a:ext cx="85344" cy="2316480"/>
          </a:xfrm>
          <a:prstGeom prst="roundRect">
            <a:avLst>
              <a:gd name="adj" fmla="val 0"/>
            </a:avLst>
          </a:prstGeom>
          <a:solidFill>
            <a:srgbClr val="FFFFFF">
              <a:lumMod val="95000"/>
            </a:srgbClr>
          </a:solidFill>
          <a:ln w="9525" cap="flat" cmpd="sng" algn="ctr">
            <a:solidFill>
              <a:srgbClr val="FFFFFF">
                <a:lumMod val="75000"/>
              </a:srgbClr>
            </a:solid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grpSp>
        <p:nvGrpSpPr>
          <p:cNvPr id="50" name="Group 49">
            <a:extLst>
              <a:ext uri="{FF2B5EF4-FFF2-40B4-BE49-F238E27FC236}">
                <a16:creationId xmlns:a16="http://schemas.microsoft.com/office/drawing/2014/main" id="{1F410884-7ED6-1F35-B708-EA4AD423BE14}"/>
              </a:ext>
            </a:extLst>
          </p:cNvPr>
          <p:cNvGrpSpPr/>
          <p:nvPr/>
        </p:nvGrpSpPr>
        <p:grpSpPr>
          <a:xfrm>
            <a:off x="2925348" y="2842352"/>
            <a:ext cx="1360655" cy="363784"/>
            <a:chOff x="2041915" y="2002554"/>
            <a:chExt cx="1020491" cy="272838"/>
          </a:xfrm>
        </p:grpSpPr>
        <p:sp>
          <p:nvSpPr>
            <p:cNvPr id="51" name="TextBox 50">
              <a:extLst>
                <a:ext uri="{FF2B5EF4-FFF2-40B4-BE49-F238E27FC236}">
                  <a16:creationId xmlns:a16="http://schemas.microsoft.com/office/drawing/2014/main" id="{544E7BBA-A4FD-068F-D241-FCC8179DC524}"/>
                </a:ext>
              </a:extLst>
            </p:cNvPr>
            <p:cNvSpPr txBox="1"/>
            <p:nvPr/>
          </p:nvSpPr>
          <p:spPr>
            <a:xfrm>
              <a:off x="2041915" y="2002554"/>
              <a:ext cx="1020491" cy="251800"/>
            </a:xfrm>
            <a:prstGeom prst="rect">
              <a:avLst/>
            </a:prstGeom>
            <a:noFill/>
          </p:spPr>
          <p:txBody>
            <a:bodyPr wrap="square" lIns="0" tIns="0" rIns="0" bIns="0">
              <a:spAutoFit/>
            </a:bodyPr>
            <a:lstStyle/>
            <a:p>
              <a:pPr algn="ctr" defTabSz="1219170">
                <a:defRPr/>
              </a:pPr>
              <a:r>
                <a:rPr lang="en-US" sz="1091" kern="0" dirty="0">
                  <a:solidFill>
                    <a:prstClr val="black"/>
                  </a:solidFill>
                  <a:latin typeface="Calibri" panose="020F0502020204030204" pitchFamily="34" charset="0"/>
                  <a:ea typeface="ヒラギノ角ゴ Pro W3" pitchFamily="-126" charset="-128"/>
                  <a:cs typeface="Calibri" panose="020F0502020204030204" pitchFamily="34" charset="0"/>
                </a:rPr>
                <a:t>Request DTR </a:t>
              </a:r>
            </a:p>
            <a:p>
              <a:pPr algn="ctr" defTabSz="1219170">
                <a:defRPr/>
              </a:pPr>
              <a:r>
                <a:rPr lang="en-US" sz="1091" kern="0" dirty="0">
                  <a:solidFill>
                    <a:prstClr val="black"/>
                  </a:solidFill>
                  <a:latin typeface="Calibri" panose="020F0502020204030204" pitchFamily="34" charset="0"/>
                  <a:ea typeface="ヒラギノ角ゴ Pro W3" pitchFamily="-126" charset="-128"/>
                  <a:cs typeface="Calibri" panose="020F0502020204030204" pitchFamily="34" charset="0"/>
                </a:rPr>
                <a:t>and establish context</a:t>
              </a:r>
            </a:p>
          </p:txBody>
        </p:sp>
        <p:cxnSp>
          <p:nvCxnSpPr>
            <p:cNvPr id="52" name="Straight Arrow Connector 51">
              <a:extLst>
                <a:ext uri="{FF2B5EF4-FFF2-40B4-BE49-F238E27FC236}">
                  <a16:creationId xmlns:a16="http://schemas.microsoft.com/office/drawing/2014/main" id="{F97F54AE-28AE-62DB-F9D2-7B41F5541D9F}"/>
                </a:ext>
              </a:extLst>
            </p:cNvPr>
            <p:cNvCxnSpPr>
              <a:cxnSpLocks/>
            </p:cNvCxnSpPr>
            <p:nvPr/>
          </p:nvCxnSpPr>
          <p:spPr>
            <a:xfrm flipH="1">
              <a:off x="2041915" y="2275392"/>
              <a:ext cx="1013447" cy="0"/>
            </a:xfrm>
            <a:prstGeom prst="straightConnector1">
              <a:avLst/>
            </a:prstGeom>
            <a:noFill/>
            <a:ln w="6350" cap="flat" cmpd="sng" algn="ctr">
              <a:solidFill>
                <a:schemeClr val="tx1"/>
              </a:solidFill>
              <a:prstDash val="solid"/>
              <a:miter lim="800000"/>
              <a:headEnd type="triangle"/>
              <a:tailEnd type="none"/>
            </a:ln>
            <a:effectLst/>
          </p:spPr>
        </p:cxnSp>
      </p:grpSp>
      <p:sp>
        <p:nvSpPr>
          <p:cNvPr id="53" name="Rectangle: Rounded Corners 52">
            <a:extLst>
              <a:ext uri="{FF2B5EF4-FFF2-40B4-BE49-F238E27FC236}">
                <a16:creationId xmlns:a16="http://schemas.microsoft.com/office/drawing/2014/main" id="{839F9B88-2976-AB72-1D31-C283EBE9AF8B}"/>
              </a:ext>
            </a:extLst>
          </p:cNvPr>
          <p:cNvSpPr/>
          <p:nvPr/>
        </p:nvSpPr>
        <p:spPr>
          <a:xfrm>
            <a:off x="4279037" y="2780824"/>
            <a:ext cx="85344" cy="3474720"/>
          </a:xfrm>
          <a:prstGeom prst="roundRect">
            <a:avLst>
              <a:gd name="adj" fmla="val 0"/>
            </a:avLst>
          </a:prstGeom>
          <a:solidFill>
            <a:srgbClr val="FFFFFF">
              <a:lumMod val="95000"/>
            </a:srgbClr>
          </a:solidFill>
          <a:ln w="9525" cap="flat" cmpd="sng" algn="ctr">
            <a:solidFill>
              <a:srgbClr val="FFFFFF">
                <a:lumMod val="75000"/>
              </a:srgbClr>
            </a:solid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grpSp>
        <p:nvGrpSpPr>
          <p:cNvPr id="54" name="Group 53">
            <a:extLst>
              <a:ext uri="{FF2B5EF4-FFF2-40B4-BE49-F238E27FC236}">
                <a16:creationId xmlns:a16="http://schemas.microsoft.com/office/drawing/2014/main" id="{DBDB72A9-5BA9-EB40-D6C7-F5347D153E33}"/>
              </a:ext>
            </a:extLst>
          </p:cNvPr>
          <p:cNvGrpSpPr/>
          <p:nvPr/>
        </p:nvGrpSpPr>
        <p:grpSpPr>
          <a:xfrm>
            <a:off x="4383537" y="2998116"/>
            <a:ext cx="1393840" cy="353457"/>
            <a:chOff x="3135557" y="2484123"/>
            <a:chExt cx="1045380" cy="265093"/>
          </a:xfrm>
        </p:grpSpPr>
        <p:cxnSp>
          <p:nvCxnSpPr>
            <p:cNvPr id="55" name="Straight Arrow Connector 54">
              <a:extLst>
                <a:ext uri="{FF2B5EF4-FFF2-40B4-BE49-F238E27FC236}">
                  <a16:creationId xmlns:a16="http://schemas.microsoft.com/office/drawing/2014/main" id="{BB5FAA1A-01F0-A159-E0C8-05E2DEF6EB1C}"/>
                </a:ext>
              </a:extLst>
            </p:cNvPr>
            <p:cNvCxnSpPr>
              <a:cxnSpLocks/>
            </p:cNvCxnSpPr>
            <p:nvPr/>
          </p:nvCxnSpPr>
          <p:spPr>
            <a:xfrm>
              <a:off x="3135557" y="2749216"/>
              <a:ext cx="1045380" cy="0"/>
            </a:xfrm>
            <a:prstGeom prst="straightConnector1">
              <a:avLst/>
            </a:prstGeom>
            <a:noFill/>
            <a:ln w="6350" cap="flat" cmpd="sng" algn="ctr">
              <a:solidFill>
                <a:srgbClr val="000000"/>
              </a:solidFill>
              <a:prstDash val="solid"/>
              <a:miter lim="800000"/>
              <a:tailEnd type="triangle"/>
            </a:ln>
            <a:effectLst/>
          </p:spPr>
        </p:cxnSp>
        <p:sp>
          <p:nvSpPr>
            <p:cNvPr id="56" name="TextBox 55">
              <a:extLst>
                <a:ext uri="{FF2B5EF4-FFF2-40B4-BE49-F238E27FC236}">
                  <a16:creationId xmlns:a16="http://schemas.microsoft.com/office/drawing/2014/main" id="{0ED68F3B-AEAA-4E77-0508-FF95C74A81C9}"/>
                </a:ext>
              </a:extLst>
            </p:cNvPr>
            <p:cNvSpPr txBox="1"/>
            <p:nvPr/>
          </p:nvSpPr>
          <p:spPr>
            <a:xfrm>
              <a:off x="3161263" y="2484123"/>
              <a:ext cx="996727" cy="251800"/>
            </a:xfrm>
            <a:prstGeom prst="rect">
              <a:avLst/>
            </a:prstGeom>
            <a:noFill/>
          </p:spPr>
          <p:txBody>
            <a:bodyPr wrap="square" lIns="0" tIns="0" rIns="0" bIns="0">
              <a:spAutoFit/>
            </a:bodyPr>
            <a:lstStyle/>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Launch DTR </a:t>
              </a:r>
            </a:p>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with context</a:t>
              </a:r>
            </a:p>
          </p:txBody>
        </p:sp>
      </p:grpSp>
      <p:sp>
        <p:nvSpPr>
          <p:cNvPr id="57" name="Rectangle: Rounded Corners 56">
            <a:extLst>
              <a:ext uri="{FF2B5EF4-FFF2-40B4-BE49-F238E27FC236}">
                <a16:creationId xmlns:a16="http://schemas.microsoft.com/office/drawing/2014/main" id="{9B5F4815-74B9-0C8E-E4F6-DDA3DB62886A}"/>
              </a:ext>
            </a:extLst>
          </p:cNvPr>
          <p:cNvSpPr/>
          <p:nvPr/>
        </p:nvSpPr>
        <p:spPr>
          <a:xfrm>
            <a:off x="8389786" y="3301502"/>
            <a:ext cx="85344" cy="2560320"/>
          </a:xfrm>
          <a:prstGeom prst="roundRect">
            <a:avLst>
              <a:gd name="adj" fmla="val 0"/>
            </a:avLst>
          </a:prstGeom>
          <a:solidFill>
            <a:srgbClr val="FFFFFF">
              <a:lumMod val="95000"/>
            </a:srgbClr>
          </a:solidFill>
          <a:ln w="9525" cap="flat" cmpd="sng" algn="ctr">
            <a:solidFill>
              <a:srgbClr val="FFFFFF">
                <a:lumMod val="75000"/>
              </a:srgbClr>
            </a:solid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sp>
        <p:nvSpPr>
          <p:cNvPr id="58" name="Rectangle: Rounded Corners 57">
            <a:extLst>
              <a:ext uri="{FF2B5EF4-FFF2-40B4-BE49-F238E27FC236}">
                <a16:creationId xmlns:a16="http://schemas.microsoft.com/office/drawing/2014/main" id="{C9E42C64-E05D-D1FD-3ABC-102CB7BA6149}"/>
              </a:ext>
            </a:extLst>
          </p:cNvPr>
          <p:cNvSpPr/>
          <p:nvPr/>
        </p:nvSpPr>
        <p:spPr>
          <a:xfrm>
            <a:off x="9829927" y="3301502"/>
            <a:ext cx="85344" cy="2560320"/>
          </a:xfrm>
          <a:prstGeom prst="roundRect">
            <a:avLst>
              <a:gd name="adj" fmla="val 0"/>
            </a:avLst>
          </a:prstGeom>
          <a:solidFill>
            <a:srgbClr val="FFFFFF">
              <a:lumMod val="95000"/>
            </a:srgbClr>
          </a:solidFill>
          <a:ln w="9525" cap="flat" cmpd="sng" algn="ctr">
            <a:solidFill>
              <a:srgbClr val="FFFFFF">
                <a:lumMod val="75000"/>
              </a:srgbClr>
            </a:solid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grpSp>
        <p:nvGrpSpPr>
          <p:cNvPr id="59" name="Group 58">
            <a:extLst>
              <a:ext uri="{FF2B5EF4-FFF2-40B4-BE49-F238E27FC236}">
                <a16:creationId xmlns:a16="http://schemas.microsoft.com/office/drawing/2014/main" id="{843E3EE7-7C5B-4EFC-C127-6D580C376186}"/>
              </a:ext>
            </a:extLst>
          </p:cNvPr>
          <p:cNvGrpSpPr/>
          <p:nvPr/>
        </p:nvGrpSpPr>
        <p:grpSpPr>
          <a:xfrm>
            <a:off x="4383537" y="4221460"/>
            <a:ext cx="1393840" cy="169079"/>
            <a:chOff x="3135557" y="3181463"/>
            <a:chExt cx="1045380" cy="126809"/>
          </a:xfrm>
        </p:grpSpPr>
        <p:cxnSp>
          <p:nvCxnSpPr>
            <p:cNvPr id="60" name="Straight Arrow Connector 59">
              <a:extLst>
                <a:ext uri="{FF2B5EF4-FFF2-40B4-BE49-F238E27FC236}">
                  <a16:creationId xmlns:a16="http://schemas.microsoft.com/office/drawing/2014/main" id="{BAB33B81-1A84-329F-7186-EA25485F3E5D}"/>
                </a:ext>
              </a:extLst>
            </p:cNvPr>
            <p:cNvCxnSpPr>
              <a:cxnSpLocks/>
            </p:cNvCxnSpPr>
            <p:nvPr/>
          </p:nvCxnSpPr>
          <p:spPr>
            <a:xfrm>
              <a:off x="3135557" y="3308272"/>
              <a:ext cx="1045380" cy="0"/>
            </a:xfrm>
            <a:prstGeom prst="straightConnector1">
              <a:avLst/>
            </a:prstGeom>
            <a:noFill/>
            <a:ln w="6350" cap="flat" cmpd="sng" algn="ctr">
              <a:solidFill>
                <a:srgbClr val="000000"/>
              </a:solidFill>
              <a:prstDash val="solid"/>
              <a:miter lim="800000"/>
              <a:headEnd type="triangle"/>
              <a:tailEnd type="triangle"/>
            </a:ln>
            <a:effectLst/>
          </p:spPr>
        </p:cxnSp>
        <p:sp>
          <p:nvSpPr>
            <p:cNvPr id="61" name="TextBox 60">
              <a:extLst>
                <a:ext uri="{FF2B5EF4-FFF2-40B4-BE49-F238E27FC236}">
                  <a16:creationId xmlns:a16="http://schemas.microsoft.com/office/drawing/2014/main" id="{B333F4FC-7541-71AC-FFED-0D1270411A2B}"/>
                </a:ext>
              </a:extLst>
            </p:cNvPr>
            <p:cNvSpPr txBox="1"/>
            <p:nvPr/>
          </p:nvSpPr>
          <p:spPr>
            <a:xfrm>
              <a:off x="3201306" y="3181463"/>
              <a:ext cx="918878" cy="125900"/>
            </a:xfrm>
            <a:prstGeom prst="rect">
              <a:avLst/>
            </a:prstGeom>
            <a:noFill/>
          </p:spPr>
          <p:txBody>
            <a:bodyPr wrap="square" lIns="0" tIns="0" rIns="0" bIns="0">
              <a:spAutoFit/>
            </a:bodyPr>
            <a:lstStyle/>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Pre-populate Form</a:t>
              </a:r>
            </a:p>
          </p:txBody>
        </p:sp>
      </p:grpSp>
      <p:grpSp>
        <p:nvGrpSpPr>
          <p:cNvPr id="62" name="Group 61">
            <a:extLst>
              <a:ext uri="{FF2B5EF4-FFF2-40B4-BE49-F238E27FC236}">
                <a16:creationId xmlns:a16="http://schemas.microsoft.com/office/drawing/2014/main" id="{E564B5EB-BB9D-0E2B-9893-DA7BDDEE4DE6}"/>
              </a:ext>
            </a:extLst>
          </p:cNvPr>
          <p:cNvGrpSpPr/>
          <p:nvPr/>
        </p:nvGrpSpPr>
        <p:grpSpPr>
          <a:xfrm>
            <a:off x="2925348" y="4621645"/>
            <a:ext cx="2852029" cy="217111"/>
            <a:chOff x="2041915" y="3623359"/>
            <a:chExt cx="2139022" cy="162833"/>
          </a:xfrm>
        </p:grpSpPr>
        <p:sp>
          <p:nvSpPr>
            <p:cNvPr id="63" name="TextBox 62">
              <a:extLst>
                <a:ext uri="{FF2B5EF4-FFF2-40B4-BE49-F238E27FC236}">
                  <a16:creationId xmlns:a16="http://schemas.microsoft.com/office/drawing/2014/main" id="{C7D51CA9-1FDA-0952-39A9-246C7466FD0A}"/>
                </a:ext>
              </a:extLst>
            </p:cNvPr>
            <p:cNvSpPr txBox="1"/>
            <p:nvPr/>
          </p:nvSpPr>
          <p:spPr>
            <a:xfrm>
              <a:off x="2290370" y="3623359"/>
              <a:ext cx="1615472" cy="162833"/>
            </a:xfrm>
            <a:prstGeom prst="rect">
              <a:avLst/>
            </a:prstGeom>
            <a:solidFill>
              <a:schemeClr val="bg1"/>
            </a:solidFill>
          </p:spPr>
          <p:txBody>
            <a:bodyPr wrap="square" lIns="0" tIns="0" rIns="0" bIns="48768">
              <a:spAutoFit/>
            </a:bodyPr>
            <a:lstStyle/>
            <a:p>
              <a:pPr algn="ctr" defTabSz="1219170">
                <a:defRPr/>
              </a:pPr>
              <a:r>
                <a:rPr lang="en-US" sz="1091" kern="0" dirty="0">
                  <a:solidFill>
                    <a:prstClr val="black">
                      <a:lumMod val="75000"/>
                      <a:lumOff val="25000"/>
                    </a:prstClr>
                  </a:solidFill>
                  <a:latin typeface="Calibri" panose="020F0502020204030204" pitchFamily="34" charset="0"/>
                  <a:ea typeface="ヒラギノ角ゴ Pro W3" pitchFamily="-126" charset="-128"/>
                  <a:cs typeface="Calibri" panose="020F0502020204030204" pitchFamily="34" charset="0"/>
                </a:rPr>
                <a:t>Collect missing information or review</a:t>
              </a:r>
            </a:p>
          </p:txBody>
        </p:sp>
        <p:cxnSp>
          <p:nvCxnSpPr>
            <p:cNvPr id="64" name="Straight Arrow Connector 63">
              <a:extLst>
                <a:ext uri="{FF2B5EF4-FFF2-40B4-BE49-F238E27FC236}">
                  <a16:creationId xmlns:a16="http://schemas.microsoft.com/office/drawing/2014/main" id="{53BDAFDB-E817-F504-4743-F674B7FD2D1D}"/>
                </a:ext>
              </a:extLst>
            </p:cNvPr>
            <p:cNvCxnSpPr>
              <a:cxnSpLocks/>
            </p:cNvCxnSpPr>
            <p:nvPr/>
          </p:nvCxnSpPr>
          <p:spPr>
            <a:xfrm flipH="1">
              <a:off x="2041915" y="3759381"/>
              <a:ext cx="2139022" cy="0"/>
            </a:xfrm>
            <a:prstGeom prst="straightConnector1">
              <a:avLst/>
            </a:prstGeom>
            <a:noFill/>
            <a:ln w="6350" cap="flat" cmpd="sng" algn="ctr">
              <a:solidFill>
                <a:srgbClr val="000000">
                  <a:lumMod val="50000"/>
                  <a:lumOff val="50000"/>
                </a:srgbClr>
              </a:solidFill>
              <a:prstDash val="dash"/>
              <a:miter lim="800000"/>
              <a:headEnd type="triangle"/>
              <a:tailEnd type="triangle"/>
            </a:ln>
            <a:effectLst/>
          </p:spPr>
        </p:cxnSp>
      </p:grpSp>
      <p:grpSp>
        <p:nvGrpSpPr>
          <p:cNvPr id="65" name="Group 64">
            <a:extLst>
              <a:ext uri="{FF2B5EF4-FFF2-40B4-BE49-F238E27FC236}">
                <a16:creationId xmlns:a16="http://schemas.microsoft.com/office/drawing/2014/main" id="{44E94201-7C89-8BF2-F7D0-ADB688EA1FC3}"/>
              </a:ext>
            </a:extLst>
          </p:cNvPr>
          <p:cNvGrpSpPr/>
          <p:nvPr/>
        </p:nvGrpSpPr>
        <p:grpSpPr>
          <a:xfrm>
            <a:off x="5878127" y="3811319"/>
            <a:ext cx="2487168" cy="175721"/>
            <a:chOff x="4440790" y="3037329"/>
            <a:chExt cx="1865376" cy="131791"/>
          </a:xfrm>
        </p:grpSpPr>
        <p:cxnSp>
          <p:nvCxnSpPr>
            <p:cNvPr id="66" name="Straight Arrow Connector 65">
              <a:extLst>
                <a:ext uri="{FF2B5EF4-FFF2-40B4-BE49-F238E27FC236}">
                  <a16:creationId xmlns:a16="http://schemas.microsoft.com/office/drawing/2014/main" id="{31368D8D-BB4B-D1FA-7BA2-207A28F569EF}"/>
                </a:ext>
              </a:extLst>
            </p:cNvPr>
            <p:cNvCxnSpPr>
              <a:cxnSpLocks/>
            </p:cNvCxnSpPr>
            <p:nvPr/>
          </p:nvCxnSpPr>
          <p:spPr>
            <a:xfrm flipH="1">
              <a:off x="4440790" y="3169120"/>
              <a:ext cx="1865376" cy="0"/>
            </a:xfrm>
            <a:prstGeom prst="straightConnector1">
              <a:avLst/>
            </a:prstGeom>
            <a:noFill/>
            <a:ln w="6350" cap="flat" cmpd="sng" algn="ctr">
              <a:solidFill>
                <a:srgbClr val="000000"/>
              </a:solidFill>
              <a:prstDash val="solid"/>
              <a:miter lim="800000"/>
              <a:tailEnd type="triangle"/>
            </a:ln>
            <a:effectLst/>
          </p:spPr>
        </p:cxnSp>
        <p:sp>
          <p:nvSpPr>
            <p:cNvPr id="67" name="TextBox 66">
              <a:extLst>
                <a:ext uri="{FF2B5EF4-FFF2-40B4-BE49-F238E27FC236}">
                  <a16:creationId xmlns:a16="http://schemas.microsoft.com/office/drawing/2014/main" id="{0EE0BDF8-9F00-966A-F91B-339CDDC8A160}"/>
                </a:ext>
              </a:extLst>
            </p:cNvPr>
            <p:cNvSpPr txBox="1"/>
            <p:nvPr/>
          </p:nvSpPr>
          <p:spPr>
            <a:xfrm>
              <a:off x="4637631" y="3037329"/>
              <a:ext cx="1418501" cy="125900"/>
            </a:xfrm>
            <a:prstGeom prst="rect">
              <a:avLst/>
            </a:prstGeom>
            <a:noFill/>
          </p:spPr>
          <p:txBody>
            <a:bodyPr wrap="square" lIns="0" tIns="0" rIns="0" bIns="0">
              <a:spAutoFit/>
            </a:bodyPr>
            <a:lstStyle/>
            <a:p>
              <a:pPr algn="ctr" defTabSz="609585" fontAlgn="base">
                <a:spcBef>
                  <a:spcPct val="0"/>
                </a:spcBef>
                <a:spcAft>
                  <a:spcPct val="0"/>
                </a:spcAft>
              </a:pPr>
              <a:r>
                <a:rPr lang="en-US" sz="1091" dirty="0">
                  <a:solidFill>
                    <a:srgbClr val="000000"/>
                  </a:solidFill>
                  <a:latin typeface="Calibri" panose="020F0502020204030204" pitchFamily="34" charset="0"/>
                  <a:ea typeface="ヒラギノ角ゴ Pro W3" pitchFamily="-126" charset="-128"/>
                  <a:cs typeface="Calibri" panose="020F0502020204030204" pitchFamily="34" charset="0"/>
                </a:rPr>
                <a:t>Return Questionnaire Package</a:t>
              </a:r>
            </a:p>
          </p:txBody>
        </p:sp>
      </p:grpSp>
      <p:grpSp>
        <p:nvGrpSpPr>
          <p:cNvPr id="68" name="Group 67">
            <a:extLst>
              <a:ext uri="{FF2B5EF4-FFF2-40B4-BE49-F238E27FC236}">
                <a16:creationId xmlns:a16="http://schemas.microsoft.com/office/drawing/2014/main" id="{4A533AFE-6A7A-115C-0EE9-FF88F98A0C8B}"/>
              </a:ext>
            </a:extLst>
          </p:cNvPr>
          <p:cNvGrpSpPr/>
          <p:nvPr/>
        </p:nvGrpSpPr>
        <p:grpSpPr>
          <a:xfrm>
            <a:off x="4374088" y="5396999"/>
            <a:ext cx="1413532" cy="400545"/>
            <a:chOff x="3128470" y="4045939"/>
            <a:chExt cx="1060149" cy="300409"/>
          </a:xfrm>
        </p:grpSpPr>
        <p:cxnSp>
          <p:nvCxnSpPr>
            <p:cNvPr id="69" name="Straight Arrow Connector 68">
              <a:extLst>
                <a:ext uri="{FF2B5EF4-FFF2-40B4-BE49-F238E27FC236}">
                  <a16:creationId xmlns:a16="http://schemas.microsoft.com/office/drawing/2014/main" id="{2E842205-F63C-F372-9A7B-BBD32E1900EA}"/>
                </a:ext>
              </a:extLst>
            </p:cNvPr>
            <p:cNvCxnSpPr>
              <a:cxnSpLocks/>
            </p:cNvCxnSpPr>
            <p:nvPr/>
          </p:nvCxnSpPr>
          <p:spPr>
            <a:xfrm>
              <a:off x="3128470" y="4346348"/>
              <a:ext cx="1042416" cy="0"/>
            </a:xfrm>
            <a:prstGeom prst="straightConnector1">
              <a:avLst/>
            </a:prstGeom>
            <a:noFill/>
            <a:ln w="6350" cap="flat" cmpd="sng" algn="ctr">
              <a:solidFill>
                <a:srgbClr val="000000"/>
              </a:solidFill>
              <a:prstDash val="solid"/>
              <a:miter lim="800000"/>
              <a:headEnd type="triangle"/>
              <a:tailEnd type="none"/>
            </a:ln>
            <a:effectLst/>
          </p:spPr>
        </p:cxnSp>
        <p:sp>
          <p:nvSpPr>
            <p:cNvPr id="70" name="TextBox 69">
              <a:extLst>
                <a:ext uri="{FF2B5EF4-FFF2-40B4-BE49-F238E27FC236}">
                  <a16:creationId xmlns:a16="http://schemas.microsoft.com/office/drawing/2014/main" id="{C6809F44-C30D-D707-E2B2-F68FC8FA491B}"/>
                </a:ext>
              </a:extLst>
            </p:cNvPr>
            <p:cNvSpPr txBox="1"/>
            <p:nvPr/>
          </p:nvSpPr>
          <p:spPr>
            <a:xfrm>
              <a:off x="3132188" y="4045939"/>
              <a:ext cx="1056431" cy="251800"/>
            </a:xfrm>
            <a:prstGeom prst="rect">
              <a:avLst/>
            </a:prstGeom>
            <a:solidFill>
              <a:srgbClr val="FFFFFF"/>
            </a:solidFill>
          </p:spPr>
          <p:txBody>
            <a:bodyPr wrap="square" lIns="0" tIns="0" rIns="0" bIns="0">
              <a:spAutoFit/>
            </a:bodyPr>
            <a:lstStyle/>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Save Completed QuestionnaireResponse</a:t>
              </a:r>
            </a:p>
          </p:txBody>
        </p:sp>
      </p:grpSp>
      <p:grpSp>
        <p:nvGrpSpPr>
          <p:cNvPr id="71" name="Group 70">
            <a:extLst>
              <a:ext uri="{FF2B5EF4-FFF2-40B4-BE49-F238E27FC236}">
                <a16:creationId xmlns:a16="http://schemas.microsoft.com/office/drawing/2014/main" id="{F63F94B5-5EEB-A0E8-C780-B3ECD7F833E8}"/>
              </a:ext>
            </a:extLst>
          </p:cNvPr>
          <p:cNvGrpSpPr/>
          <p:nvPr/>
        </p:nvGrpSpPr>
        <p:grpSpPr>
          <a:xfrm>
            <a:off x="5878127" y="5220982"/>
            <a:ext cx="2487168" cy="184647"/>
            <a:chOff x="4440790" y="4115391"/>
            <a:chExt cx="1865376" cy="138485"/>
          </a:xfrm>
        </p:grpSpPr>
        <p:sp>
          <p:nvSpPr>
            <p:cNvPr id="72" name="TextBox 71">
              <a:extLst>
                <a:ext uri="{FF2B5EF4-FFF2-40B4-BE49-F238E27FC236}">
                  <a16:creationId xmlns:a16="http://schemas.microsoft.com/office/drawing/2014/main" id="{D859DF29-60BE-3B9C-778A-972D680D44C1}"/>
                </a:ext>
              </a:extLst>
            </p:cNvPr>
            <p:cNvSpPr txBox="1"/>
            <p:nvPr/>
          </p:nvSpPr>
          <p:spPr>
            <a:xfrm>
              <a:off x="4617438" y="4115391"/>
              <a:ext cx="1341129" cy="125900"/>
            </a:xfrm>
            <a:prstGeom prst="rect">
              <a:avLst/>
            </a:prstGeom>
            <a:noFill/>
          </p:spPr>
          <p:txBody>
            <a:bodyPr wrap="square" lIns="0" tIns="0" rIns="0" bIns="0">
              <a:spAutoFit/>
            </a:bodyPr>
            <a:lstStyle/>
            <a:p>
              <a:pPr algn="ctr" defTabSz="609585" fontAlgn="base">
                <a:spcBef>
                  <a:spcPct val="0"/>
                </a:spcBef>
                <a:spcAft>
                  <a:spcPct val="0"/>
                </a:spcAft>
              </a:pPr>
              <a:r>
                <a:rPr lang="en-US" sz="1091" dirty="0">
                  <a:solidFill>
                    <a:prstClr val="black"/>
                  </a:solidFill>
                  <a:latin typeface="Calibri" panose="020F0502020204030204" pitchFamily="34" charset="0"/>
                  <a:ea typeface="ヒラギノ角ゴ Pro W3" pitchFamily="-126" charset="-128"/>
                  <a:cs typeface="Calibri" panose="020F0502020204030204" pitchFamily="34" charset="0"/>
                </a:rPr>
                <a:t>Return QuestionnaireResponse</a:t>
              </a:r>
            </a:p>
          </p:txBody>
        </p:sp>
        <p:cxnSp>
          <p:nvCxnSpPr>
            <p:cNvPr id="73" name="Straight Arrow Connector 72">
              <a:extLst>
                <a:ext uri="{FF2B5EF4-FFF2-40B4-BE49-F238E27FC236}">
                  <a16:creationId xmlns:a16="http://schemas.microsoft.com/office/drawing/2014/main" id="{BF4A4C8A-23EE-9F38-E025-690D424B5F5B}"/>
                </a:ext>
              </a:extLst>
            </p:cNvPr>
            <p:cNvCxnSpPr>
              <a:cxnSpLocks/>
            </p:cNvCxnSpPr>
            <p:nvPr/>
          </p:nvCxnSpPr>
          <p:spPr>
            <a:xfrm flipH="1">
              <a:off x="4440790" y="4253876"/>
              <a:ext cx="1865376" cy="0"/>
            </a:xfrm>
            <a:prstGeom prst="straightConnector1">
              <a:avLst/>
            </a:prstGeom>
            <a:noFill/>
            <a:ln w="6350" cap="flat" cmpd="sng" algn="ctr">
              <a:solidFill>
                <a:schemeClr val="tx1"/>
              </a:solidFill>
              <a:prstDash val="solid"/>
              <a:miter lim="800000"/>
              <a:tailEnd type="triangle"/>
            </a:ln>
            <a:effectLst/>
          </p:spPr>
        </p:cxnSp>
      </p:grpSp>
      <p:sp>
        <p:nvSpPr>
          <p:cNvPr id="74" name="TextBox 73">
            <a:extLst>
              <a:ext uri="{FF2B5EF4-FFF2-40B4-BE49-F238E27FC236}">
                <a16:creationId xmlns:a16="http://schemas.microsoft.com/office/drawing/2014/main" id="{8194D0AA-E94A-593A-D950-618C878B3DB8}"/>
              </a:ext>
            </a:extLst>
          </p:cNvPr>
          <p:cNvSpPr txBox="1"/>
          <p:nvPr/>
        </p:nvSpPr>
        <p:spPr>
          <a:xfrm>
            <a:off x="7142145" y="4280598"/>
            <a:ext cx="1168804" cy="143565"/>
          </a:xfrm>
          <a:prstGeom prst="rect">
            <a:avLst/>
          </a:prstGeom>
          <a:noFill/>
        </p:spPr>
        <p:txBody>
          <a:bodyPr wrap="square" lIns="0" tIns="0" rIns="0" bIns="0">
            <a:spAutoFit/>
          </a:bodyPr>
          <a:lstStyle/>
          <a:p>
            <a:pPr algn="ctr" defTabSz="609585" fontAlgn="base">
              <a:spcBef>
                <a:spcPct val="0"/>
              </a:spcBef>
            </a:pPr>
            <a:r>
              <a:rPr lang="en-US" sz="933" b="1" dirty="0">
                <a:solidFill>
                  <a:srgbClr val="1F497D">
                    <a:lumMod val="75000"/>
                  </a:srgbClr>
                </a:solidFill>
                <a:latin typeface="Calibri" panose="020F0502020204030204" pitchFamily="34" charset="0"/>
                <a:ea typeface="ヒラギノ角ゴ Pro W3" pitchFamily="-126" charset="-128"/>
                <a:cs typeface="Calibri" panose="020F0502020204030204" pitchFamily="34" charset="0"/>
              </a:rPr>
              <a:t>Adaptive Forms</a:t>
            </a:r>
          </a:p>
        </p:txBody>
      </p:sp>
      <p:grpSp>
        <p:nvGrpSpPr>
          <p:cNvPr id="75" name="Group 74">
            <a:extLst>
              <a:ext uri="{FF2B5EF4-FFF2-40B4-BE49-F238E27FC236}">
                <a16:creationId xmlns:a16="http://schemas.microsoft.com/office/drawing/2014/main" id="{AE4104C0-BFB4-5075-3D41-CDA921AF4E5F}"/>
              </a:ext>
            </a:extLst>
          </p:cNvPr>
          <p:cNvGrpSpPr/>
          <p:nvPr/>
        </p:nvGrpSpPr>
        <p:grpSpPr>
          <a:xfrm>
            <a:off x="5881293" y="3338054"/>
            <a:ext cx="2487168" cy="351695"/>
            <a:chOff x="4443164" y="2710724"/>
            <a:chExt cx="1865376" cy="263771"/>
          </a:xfrm>
        </p:grpSpPr>
        <p:sp>
          <p:nvSpPr>
            <p:cNvPr id="76" name="TextBox 75">
              <a:extLst>
                <a:ext uri="{FF2B5EF4-FFF2-40B4-BE49-F238E27FC236}">
                  <a16:creationId xmlns:a16="http://schemas.microsoft.com/office/drawing/2014/main" id="{D956A913-318E-6DF8-1613-765F98C6E2F3}"/>
                </a:ext>
              </a:extLst>
            </p:cNvPr>
            <p:cNvSpPr txBox="1"/>
            <p:nvPr/>
          </p:nvSpPr>
          <p:spPr>
            <a:xfrm>
              <a:off x="4637631" y="2710724"/>
              <a:ext cx="1418501" cy="125900"/>
            </a:xfrm>
            <a:prstGeom prst="rect">
              <a:avLst/>
            </a:prstGeom>
            <a:noFill/>
          </p:spPr>
          <p:txBody>
            <a:bodyPr wrap="square" lIns="0" tIns="0" rIns="0" bIns="0">
              <a:spAutoFit/>
            </a:bodyPr>
            <a:lstStyle/>
            <a:p>
              <a:pPr algn="ctr" defTabSz="609585" fontAlgn="base">
                <a:spcBef>
                  <a:spcPct val="0"/>
                </a:spcBef>
                <a:spcAft>
                  <a:spcPct val="0"/>
                </a:spcAft>
              </a:pPr>
              <a:r>
                <a:rPr lang="en-US" sz="1091" dirty="0">
                  <a:solidFill>
                    <a:srgbClr val="000000"/>
                  </a:solidFill>
                  <a:latin typeface="Calibri" panose="020F0502020204030204" pitchFamily="34" charset="0"/>
                  <a:ea typeface="ヒラギノ角ゴ Pro W3" pitchFamily="-126" charset="-128"/>
                  <a:cs typeface="Calibri" panose="020F0502020204030204" pitchFamily="34" charset="0"/>
                </a:rPr>
                <a:t>Request Questionnaire Package</a:t>
              </a:r>
            </a:p>
          </p:txBody>
        </p:sp>
        <p:sp>
          <p:nvSpPr>
            <p:cNvPr id="77" name="TextBox 76">
              <a:extLst>
                <a:ext uri="{FF2B5EF4-FFF2-40B4-BE49-F238E27FC236}">
                  <a16:creationId xmlns:a16="http://schemas.microsoft.com/office/drawing/2014/main" id="{83354926-9B34-4050-129E-A1AAECE245F8}"/>
                </a:ext>
              </a:extLst>
            </p:cNvPr>
            <p:cNvSpPr txBox="1"/>
            <p:nvPr/>
          </p:nvSpPr>
          <p:spPr>
            <a:xfrm>
              <a:off x="4530120" y="2851336"/>
              <a:ext cx="1633523" cy="123159"/>
            </a:xfrm>
            <a:prstGeom prst="rect">
              <a:avLst/>
            </a:prstGeom>
            <a:noFill/>
          </p:spPr>
          <p:txBody>
            <a:bodyPr wrap="square" lIns="0" tIns="0" rIns="0" bIns="0">
              <a:spAutoFit/>
            </a:bodyPr>
            <a:lstStyle/>
            <a:p>
              <a:pPr algn="ctr" defTabSz="609585" fontAlgn="base">
                <a:spcBef>
                  <a:spcPct val="0"/>
                </a:spcBef>
                <a:spcAft>
                  <a:spcPct val="0"/>
                </a:spcAft>
              </a:pPr>
              <a:r>
                <a:rPr lang="en-US" sz="1067" dirty="0">
                  <a:solidFill>
                    <a:prstClr val="black"/>
                  </a:solidFill>
                  <a:latin typeface="Calibri" panose="020F0502020204030204" pitchFamily="34" charset="0"/>
                  <a:ea typeface="ヒラギノ角ゴ Pro W3" pitchFamily="-126" charset="-128"/>
                  <a:cs typeface="Calibri" panose="020F0502020204030204" pitchFamily="34" charset="0"/>
                </a:rPr>
                <a:t>(</a:t>
              </a:r>
              <a:r>
                <a:rPr lang="en-US" sz="933"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$questionnaire-package</a:t>
              </a:r>
              <a:r>
                <a:rPr lang="en-US" sz="667"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 </a:t>
              </a:r>
              <a:r>
                <a:rPr lang="en-US" sz="1067" dirty="0">
                  <a:solidFill>
                    <a:prstClr val="black"/>
                  </a:solidFill>
                  <a:latin typeface="Calibri" panose="020F0502020204030204" pitchFamily="34" charset="0"/>
                  <a:ea typeface="ヒラギノ角ゴ Pro W3" pitchFamily="-126" charset="-128"/>
                  <a:cs typeface="Calibri" panose="020F0502020204030204" pitchFamily="34" charset="0"/>
                </a:rPr>
                <a:t>operation)</a:t>
              </a:r>
            </a:p>
          </p:txBody>
        </p:sp>
        <p:cxnSp>
          <p:nvCxnSpPr>
            <p:cNvPr id="78" name="Straight Arrow Connector 77">
              <a:extLst>
                <a:ext uri="{FF2B5EF4-FFF2-40B4-BE49-F238E27FC236}">
                  <a16:creationId xmlns:a16="http://schemas.microsoft.com/office/drawing/2014/main" id="{4C2150DE-4C4D-C56F-17F4-15C6E058D7A9}"/>
                </a:ext>
              </a:extLst>
            </p:cNvPr>
            <p:cNvCxnSpPr>
              <a:cxnSpLocks/>
            </p:cNvCxnSpPr>
            <p:nvPr/>
          </p:nvCxnSpPr>
          <p:spPr>
            <a:xfrm>
              <a:off x="4443164" y="2846117"/>
              <a:ext cx="1865376" cy="0"/>
            </a:xfrm>
            <a:prstGeom prst="straightConnector1">
              <a:avLst/>
            </a:prstGeom>
            <a:noFill/>
            <a:ln w="6350" cap="flat" cmpd="sng" algn="ctr">
              <a:solidFill>
                <a:srgbClr val="000000"/>
              </a:solidFill>
              <a:prstDash val="solid"/>
              <a:miter lim="800000"/>
              <a:tailEnd type="triangle"/>
            </a:ln>
            <a:effectLst/>
          </p:spPr>
        </p:cxnSp>
      </p:grpSp>
      <p:grpSp>
        <p:nvGrpSpPr>
          <p:cNvPr id="79" name="Group 78">
            <a:extLst>
              <a:ext uri="{FF2B5EF4-FFF2-40B4-BE49-F238E27FC236}">
                <a16:creationId xmlns:a16="http://schemas.microsoft.com/office/drawing/2014/main" id="{B735B376-ED07-BE5B-A0D6-3C1CA0131564}"/>
              </a:ext>
            </a:extLst>
          </p:cNvPr>
          <p:cNvGrpSpPr/>
          <p:nvPr/>
        </p:nvGrpSpPr>
        <p:grpSpPr>
          <a:xfrm>
            <a:off x="5881293" y="4792674"/>
            <a:ext cx="2487168" cy="350723"/>
            <a:chOff x="4443164" y="3787076"/>
            <a:chExt cx="1865376" cy="263042"/>
          </a:xfrm>
        </p:grpSpPr>
        <p:cxnSp>
          <p:nvCxnSpPr>
            <p:cNvPr id="80" name="Straight Arrow Connector 79">
              <a:extLst>
                <a:ext uri="{FF2B5EF4-FFF2-40B4-BE49-F238E27FC236}">
                  <a16:creationId xmlns:a16="http://schemas.microsoft.com/office/drawing/2014/main" id="{3991C389-AC96-F45A-6CBA-4F4639C7631D}"/>
                </a:ext>
              </a:extLst>
            </p:cNvPr>
            <p:cNvCxnSpPr>
              <a:cxnSpLocks/>
            </p:cNvCxnSpPr>
            <p:nvPr/>
          </p:nvCxnSpPr>
          <p:spPr>
            <a:xfrm>
              <a:off x="4443164" y="3921790"/>
              <a:ext cx="1865376" cy="0"/>
            </a:xfrm>
            <a:prstGeom prst="straightConnector1">
              <a:avLst/>
            </a:prstGeom>
            <a:noFill/>
            <a:ln w="6350" cap="flat" cmpd="sng" algn="ctr">
              <a:solidFill>
                <a:schemeClr val="tx1"/>
              </a:solidFill>
              <a:prstDash val="solid"/>
              <a:miter lim="800000"/>
              <a:tailEnd type="triangle"/>
            </a:ln>
            <a:effectLst/>
          </p:spPr>
        </p:cxnSp>
        <p:sp>
          <p:nvSpPr>
            <p:cNvPr id="81" name="TextBox 80">
              <a:extLst>
                <a:ext uri="{FF2B5EF4-FFF2-40B4-BE49-F238E27FC236}">
                  <a16:creationId xmlns:a16="http://schemas.microsoft.com/office/drawing/2014/main" id="{E4084E9C-633F-CE9D-ACF2-5870B01E101F}"/>
                </a:ext>
              </a:extLst>
            </p:cNvPr>
            <p:cNvSpPr txBox="1"/>
            <p:nvPr/>
          </p:nvSpPr>
          <p:spPr>
            <a:xfrm>
              <a:off x="4668666" y="3787076"/>
              <a:ext cx="1238673" cy="125900"/>
            </a:xfrm>
            <a:prstGeom prst="rect">
              <a:avLst/>
            </a:prstGeom>
            <a:noFill/>
          </p:spPr>
          <p:txBody>
            <a:bodyPr wrap="square" lIns="0" tIns="0" rIns="0" bIns="0">
              <a:spAutoFit/>
            </a:bodyPr>
            <a:lstStyle/>
            <a:p>
              <a:pPr algn="ctr" defTabSz="609585" fontAlgn="base">
                <a:spcBef>
                  <a:spcPct val="0"/>
                </a:spcBef>
                <a:spcAft>
                  <a:spcPct val="0"/>
                </a:spcAft>
              </a:pPr>
              <a:r>
                <a:rPr lang="en-US" sz="1091" dirty="0">
                  <a:solidFill>
                    <a:prstClr val="black"/>
                  </a:solidFill>
                  <a:latin typeface="Calibri" panose="020F0502020204030204" pitchFamily="34" charset="0"/>
                  <a:ea typeface="ヒラギノ角ゴ Pro W3" pitchFamily="-126" charset="-128"/>
                  <a:cs typeface="Calibri" panose="020F0502020204030204" pitchFamily="34" charset="0"/>
                </a:rPr>
                <a:t>Call for Next Question</a:t>
              </a:r>
            </a:p>
          </p:txBody>
        </p:sp>
        <p:sp>
          <p:nvSpPr>
            <p:cNvPr id="82" name="TextBox 81">
              <a:extLst>
                <a:ext uri="{FF2B5EF4-FFF2-40B4-BE49-F238E27FC236}">
                  <a16:creationId xmlns:a16="http://schemas.microsoft.com/office/drawing/2014/main" id="{354E476A-7E52-FA63-2D06-8F0E444FA4EC}"/>
                </a:ext>
              </a:extLst>
            </p:cNvPr>
            <p:cNvSpPr txBox="1"/>
            <p:nvPr/>
          </p:nvSpPr>
          <p:spPr>
            <a:xfrm>
              <a:off x="4589810" y="3926959"/>
              <a:ext cx="1396385" cy="123159"/>
            </a:xfrm>
            <a:prstGeom prst="rect">
              <a:avLst/>
            </a:prstGeom>
            <a:noFill/>
          </p:spPr>
          <p:txBody>
            <a:bodyPr wrap="square" lIns="0" tIns="0" rIns="0" bIns="0">
              <a:spAutoFit/>
            </a:bodyPr>
            <a:lstStyle/>
            <a:p>
              <a:pPr algn="ctr" defTabSz="609585" fontAlgn="base">
                <a:spcBef>
                  <a:spcPct val="0"/>
                </a:spcBef>
                <a:spcAft>
                  <a:spcPct val="0"/>
                </a:spcAft>
              </a:pPr>
              <a:r>
                <a:rPr lang="en-US" sz="933" dirty="0">
                  <a:solidFill>
                    <a:prstClr val="black"/>
                  </a:solidFill>
                  <a:latin typeface="Consolas" panose="020B0609020204030204" pitchFamily="49" charset="0"/>
                  <a:ea typeface="ヒラギノ角ゴ Pro W3" pitchFamily="-126" charset="-128"/>
                  <a:cs typeface="Calibri" panose="020F0502020204030204" pitchFamily="34" charset="0"/>
                </a:rPr>
                <a:t>(</a:t>
              </a:r>
              <a:r>
                <a:rPr lang="en-US" sz="933"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$next-question</a:t>
              </a:r>
              <a:r>
                <a:rPr lang="en-US" sz="667" dirty="0">
                  <a:solidFill>
                    <a:srgbClr val="167FAC">
                      <a:lumMod val="50000"/>
                    </a:srgbClr>
                  </a:solidFill>
                  <a:latin typeface="Consolas" panose="020B0609020204030204" pitchFamily="49" charset="0"/>
                  <a:ea typeface="ヒラギノ角ゴ Pro W3" pitchFamily="-126" charset="-128"/>
                  <a:cs typeface="Calibri" panose="020F0502020204030204" pitchFamily="34" charset="0"/>
                </a:rPr>
                <a:t> </a:t>
              </a:r>
              <a:r>
                <a:rPr lang="en-US" sz="1067" dirty="0">
                  <a:solidFill>
                    <a:prstClr val="black"/>
                  </a:solidFill>
                  <a:latin typeface="Calibri" panose="020F0502020204030204" pitchFamily="34" charset="0"/>
                  <a:ea typeface="Calibri" panose="020F0502020204030204" pitchFamily="34" charset="0"/>
                  <a:cs typeface="Calibri" panose="020F0502020204030204" pitchFamily="34" charset="0"/>
                </a:rPr>
                <a:t>operation</a:t>
              </a:r>
              <a:r>
                <a:rPr lang="en-US" sz="933" dirty="0">
                  <a:solidFill>
                    <a:prstClr val="black"/>
                  </a:solidFill>
                  <a:latin typeface="Calibri" panose="020F0502020204030204" pitchFamily="34" charset="0"/>
                  <a:ea typeface="Calibri" panose="020F0502020204030204" pitchFamily="34" charset="0"/>
                  <a:cs typeface="Calibri" panose="020F0502020204030204" pitchFamily="34" charset="0"/>
                </a:rPr>
                <a:t>)</a:t>
              </a:r>
            </a:p>
          </p:txBody>
        </p:sp>
      </p:grpSp>
      <p:sp>
        <p:nvSpPr>
          <p:cNvPr id="83" name="Rectangle: Rounded Corners 82">
            <a:extLst>
              <a:ext uri="{FF2B5EF4-FFF2-40B4-BE49-F238E27FC236}">
                <a16:creationId xmlns:a16="http://schemas.microsoft.com/office/drawing/2014/main" id="{EA1FEABB-D9A2-8D78-5360-E16ACACBC025}"/>
              </a:ext>
            </a:extLst>
          </p:cNvPr>
          <p:cNvSpPr/>
          <p:nvPr/>
        </p:nvSpPr>
        <p:spPr>
          <a:xfrm>
            <a:off x="5777377" y="3304080"/>
            <a:ext cx="78837" cy="2560320"/>
          </a:xfrm>
          <a:prstGeom prst="roundRect">
            <a:avLst>
              <a:gd name="adj" fmla="val 0"/>
            </a:avLst>
          </a:prstGeom>
          <a:solidFill>
            <a:srgbClr val="FFFFFF">
              <a:lumMod val="95000"/>
            </a:srgbClr>
          </a:solidFill>
          <a:ln w="9525" cap="flat" cmpd="sng" algn="ctr">
            <a:solidFill>
              <a:srgbClr val="FFFFFF">
                <a:lumMod val="75000"/>
              </a:srgbClr>
            </a:solid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grpSp>
        <p:nvGrpSpPr>
          <p:cNvPr id="84" name="Group 83">
            <a:extLst>
              <a:ext uri="{FF2B5EF4-FFF2-40B4-BE49-F238E27FC236}">
                <a16:creationId xmlns:a16="http://schemas.microsoft.com/office/drawing/2014/main" id="{D88A4E4C-1AF0-0B94-6873-A3CC3753C252}"/>
              </a:ext>
            </a:extLst>
          </p:cNvPr>
          <p:cNvGrpSpPr/>
          <p:nvPr/>
        </p:nvGrpSpPr>
        <p:grpSpPr>
          <a:xfrm>
            <a:off x="8467166" y="3450385"/>
            <a:ext cx="1341120" cy="343893"/>
            <a:chOff x="6382569" y="2766624"/>
            <a:chExt cx="1005840" cy="257920"/>
          </a:xfrm>
        </p:grpSpPr>
        <p:cxnSp>
          <p:nvCxnSpPr>
            <p:cNvPr id="85" name="Straight Arrow Connector 84">
              <a:extLst>
                <a:ext uri="{FF2B5EF4-FFF2-40B4-BE49-F238E27FC236}">
                  <a16:creationId xmlns:a16="http://schemas.microsoft.com/office/drawing/2014/main" id="{676A570E-E1DB-BE7B-C975-9C65F4047DA7}"/>
                </a:ext>
              </a:extLst>
            </p:cNvPr>
            <p:cNvCxnSpPr>
              <a:cxnSpLocks/>
            </p:cNvCxnSpPr>
            <p:nvPr/>
          </p:nvCxnSpPr>
          <p:spPr>
            <a:xfrm>
              <a:off x="6382569" y="3024544"/>
              <a:ext cx="1005840" cy="0"/>
            </a:xfrm>
            <a:prstGeom prst="straightConnector1">
              <a:avLst/>
            </a:prstGeom>
            <a:noFill/>
            <a:ln w="6350" cap="flat" cmpd="sng" algn="ctr">
              <a:solidFill>
                <a:srgbClr val="000000"/>
              </a:solidFill>
              <a:prstDash val="solid"/>
              <a:miter lim="800000"/>
              <a:headEnd type="triangle"/>
              <a:tailEnd type="triangle"/>
            </a:ln>
            <a:effectLst/>
          </p:spPr>
        </p:cxnSp>
        <p:sp>
          <p:nvSpPr>
            <p:cNvPr id="86" name="TextBox 85">
              <a:extLst>
                <a:ext uri="{FF2B5EF4-FFF2-40B4-BE49-F238E27FC236}">
                  <a16:creationId xmlns:a16="http://schemas.microsoft.com/office/drawing/2014/main" id="{CE84A77F-B458-3601-AE4A-9ACB69602116}"/>
                </a:ext>
              </a:extLst>
            </p:cNvPr>
            <p:cNvSpPr txBox="1"/>
            <p:nvPr/>
          </p:nvSpPr>
          <p:spPr>
            <a:xfrm>
              <a:off x="6534257" y="2766624"/>
              <a:ext cx="714601" cy="251800"/>
            </a:xfrm>
            <a:prstGeom prst="rect">
              <a:avLst/>
            </a:prstGeom>
            <a:noFill/>
          </p:spPr>
          <p:txBody>
            <a:bodyPr wrap="square" lIns="0" tIns="0" rIns="0" bIns="0">
              <a:spAutoFit/>
            </a:bodyPr>
            <a:lstStyle/>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Templates/Rules </a:t>
              </a:r>
            </a:p>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Processing</a:t>
              </a:r>
            </a:p>
          </p:txBody>
        </p:sp>
      </p:grpSp>
      <p:sp>
        <p:nvSpPr>
          <p:cNvPr id="87" name="TextBox 86">
            <a:extLst>
              <a:ext uri="{FF2B5EF4-FFF2-40B4-BE49-F238E27FC236}">
                <a16:creationId xmlns:a16="http://schemas.microsoft.com/office/drawing/2014/main" id="{A196A657-72C1-D60B-51ED-D554432400BA}"/>
              </a:ext>
            </a:extLst>
          </p:cNvPr>
          <p:cNvSpPr txBox="1"/>
          <p:nvPr/>
        </p:nvSpPr>
        <p:spPr>
          <a:xfrm>
            <a:off x="2291357" y="1261970"/>
            <a:ext cx="4068021" cy="260199"/>
          </a:xfrm>
          <a:prstGeom prst="rect">
            <a:avLst/>
          </a:prstGeom>
          <a:noFill/>
        </p:spPr>
        <p:txBody>
          <a:bodyPr wrap="square">
            <a:spAutoFit/>
          </a:bodyPr>
          <a:lstStyle/>
          <a:p>
            <a:pPr algn="ctr" defTabSz="609585" fontAlgn="base">
              <a:spcBef>
                <a:spcPct val="0"/>
              </a:spcBef>
              <a:spcAft>
                <a:spcPct val="0"/>
              </a:spcAft>
            </a:pPr>
            <a:r>
              <a:rPr lang="en-US" sz="1091" b="1" kern="0" dirty="0">
                <a:solidFill>
                  <a:srgbClr val="000000"/>
                </a:solidFill>
                <a:latin typeface="Calibri" panose="020F0502020204030204" pitchFamily="34" charset="0"/>
                <a:ea typeface="ヒラギノ角ゴ Pro W3" pitchFamily="-126" charset="-128"/>
                <a:cs typeface="Calibri" panose="020F0502020204030204" pitchFamily="34" charset="0"/>
              </a:rPr>
              <a:t>Provider System</a:t>
            </a:r>
          </a:p>
        </p:txBody>
      </p:sp>
      <p:grpSp>
        <p:nvGrpSpPr>
          <p:cNvPr id="88" name="Group 87">
            <a:extLst>
              <a:ext uri="{FF2B5EF4-FFF2-40B4-BE49-F238E27FC236}">
                <a16:creationId xmlns:a16="http://schemas.microsoft.com/office/drawing/2014/main" id="{611EC106-A00A-DD06-7A46-775B927B1289}"/>
              </a:ext>
            </a:extLst>
          </p:cNvPr>
          <p:cNvGrpSpPr/>
          <p:nvPr/>
        </p:nvGrpSpPr>
        <p:grpSpPr>
          <a:xfrm>
            <a:off x="8486930" y="4842614"/>
            <a:ext cx="1341120" cy="345026"/>
            <a:chOff x="6397392" y="3824539"/>
            <a:chExt cx="1005840" cy="258770"/>
          </a:xfrm>
        </p:grpSpPr>
        <p:cxnSp>
          <p:nvCxnSpPr>
            <p:cNvPr id="89" name="Straight Arrow Connector 88">
              <a:extLst>
                <a:ext uri="{FF2B5EF4-FFF2-40B4-BE49-F238E27FC236}">
                  <a16:creationId xmlns:a16="http://schemas.microsoft.com/office/drawing/2014/main" id="{E18A3B80-86A2-1E50-E78C-E44122AA633A}"/>
                </a:ext>
              </a:extLst>
            </p:cNvPr>
            <p:cNvCxnSpPr>
              <a:cxnSpLocks/>
            </p:cNvCxnSpPr>
            <p:nvPr/>
          </p:nvCxnSpPr>
          <p:spPr>
            <a:xfrm>
              <a:off x="6397392" y="4083309"/>
              <a:ext cx="1005840" cy="0"/>
            </a:xfrm>
            <a:prstGeom prst="straightConnector1">
              <a:avLst/>
            </a:prstGeom>
            <a:noFill/>
            <a:ln w="6350" cap="flat" cmpd="sng" algn="ctr">
              <a:solidFill>
                <a:srgbClr val="000000"/>
              </a:solidFill>
              <a:prstDash val="solid"/>
              <a:miter lim="800000"/>
              <a:headEnd type="triangle"/>
              <a:tailEnd type="triangle"/>
            </a:ln>
            <a:effectLst/>
          </p:spPr>
        </p:cxnSp>
        <p:sp>
          <p:nvSpPr>
            <p:cNvPr id="90" name="TextBox 89">
              <a:extLst>
                <a:ext uri="{FF2B5EF4-FFF2-40B4-BE49-F238E27FC236}">
                  <a16:creationId xmlns:a16="http://schemas.microsoft.com/office/drawing/2014/main" id="{D1B22935-A42C-7314-4BD0-FBED73007563}"/>
                </a:ext>
              </a:extLst>
            </p:cNvPr>
            <p:cNvSpPr txBox="1"/>
            <p:nvPr/>
          </p:nvSpPr>
          <p:spPr>
            <a:xfrm>
              <a:off x="6534257" y="3824539"/>
              <a:ext cx="714601" cy="251800"/>
            </a:xfrm>
            <a:prstGeom prst="rect">
              <a:avLst/>
            </a:prstGeom>
            <a:noFill/>
          </p:spPr>
          <p:txBody>
            <a:bodyPr wrap="square" lIns="0" tIns="0" rIns="0" bIns="0">
              <a:spAutoFit/>
            </a:bodyPr>
            <a:lstStyle/>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Templates/Rules </a:t>
              </a:r>
            </a:p>
            <a:p>
              <a:pPr algn="ctr" defTabSz="1219170">
                <a:defRPr/>
              </a:pPr>
              <a:r>
                <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rPr>
                <a:t>Processing</a:t>
              </a:r>
            </a:p>
          </p:txBody>
        </p:sp>
      </p:grpSp>
      <p:sp>
        <p:nvSpPr>
          <p:cNvPr id="91" name="Rectangle: Rounded Corners 90">
            <a:extLst>
              <a:ext uri="{FF2B5EF4-FFF2-40B4-BE49-F238E27FC236}">
                <a16:creationId xmlns:a16="http://schemas.microsoft.com/office/drawing/2014/main" id="{BE68F3DE-78A5-F573-6FD2-EEECED43FF13}"/>
              </a:ext>
            </a:extLst>
          </p:cNvPr>
          <p:cNvSpPr/>
          <p:nvPr/>
        </p:nvSpPr>
        <p:spPr>
          <a:xfrm>
            <a:off x="3862557" y="1540844"/>
            <a:ext cx="91440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67" kern="0" dirty="0">
                <a:solidFill>
                  <a:srgbClr val="000000"/>
                </a:solidFill>
                <a:latin typeface="Calibri" panose="020F0502020204030204" pitchFamily="34" charset="0"/>
                <a:ea typeface="ヒラギノ角ゴ Pro W3" pitchFamily="-126" charset="-128"/>
                <a:cs typeface="Calibri" panose="020F0502020204030204" pitchFamily="34" charset="0"/>
              </a:rPr>
              <a:t>EHR</a:t>
            </a: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sp>
        <p:nvSpPr>
          <p:cNvPr id="92" name="Rectangle: Rounded Corners 91">
            <a:extLst>
              <a:ext uri="{FF2B5EF4-FFF2-40B4-BE49-F238E27FC236}">
                <a16:creationId xmlns:a16="http://schemas.microsoft.com/office/drawing/2014/main" id="{0F25552A-60BA-F0CB-A942-0101FB264561}"/>
              </a:ext>
            </a:extLst>
          </p:cNvPr>
          <p:cNvSpPr/>
          <p:nvPr/>
        </p:nvSpPr>
        <p:spPr>
          <a:xfrm>
            <a:off x="5347482" y="1540844"/>
            <a:ext cx="91440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67" kern="0" dirty="0">
                <a:solidFill>
                  <a:srgbClr val="000000"/>
                </a:solidFill>
                <a:latin typeface="Calibri" panose="020F0502020204030204" pitchFamily="34" charset="0"/>
                <a:ea typeface="ヒラギノ角ゴ Pro W3" pitchFamily="-126" charset="-128"/>
                <a:cs typeface="Calibri" panose="020F0502020204030204" pitchFamily="34" charset="0"/>
              </a:rPr>
              <a:t>SMART/Native </a:t>
            </a:r>
          </a:p>
          <a:p>
            <a:pPr algn="ctr" defTabSz="1219170">
              <a:defRPr/>
            </a:pPr>
            <a:r>
              <a:rPr lang="en-US" sz="1067" kern="0" dirty="0">
                <a:solidFill>
                  <a:srgbClr val="000000"/>
                </a:solidFill>
                <a:latin typeface="Calibri" panose="020F0502020204030204" pitchFamily="34" charset="0"/>
                <a:ea typeface="ヒラギノ角ゴ Pro W3" pitchFamily="-126" charset="-128"/>
                <a:cs typeface="Calibri" panose="020F0502020204030204" pitchFamily="34" charset="0"/>
              </a:rPr>
              <a:t>DTR App</a:t>
            </a:r>
          </a:p>
        </p:txBody>
      </p:sp>
      <p:sp>
        <p:nvSpPr>
          <p:cNvPr id="93" name="Rectangle: Rounded Corners 92">
            <a:extLst>
              <a:ext uri="{FF2B5EF4-FFF2-40B4-BE49-F238E27FC236}">
                <a16:creationId xmlns:a16="http://schemas.microsoft.com/office/drawing/2014/main" id="{2E4F48AA-D521-78EF-848D-441F00B86E50}"/>
              </a:ext>
            </a:extLst>
          </p:cNvPr>
          <p:cNvSpPr/>
          <p:nvPr/>
        </p:nvSpPr>
        <p:spPr>
          <a:xfrm>
            <a:off x="7978317" y="1540844"/>
            <a:ext cx="91440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67" kern="0" dirty="0">
                <a:solidFill>
                  <a:srgbClr val="000000"/>
                </a:solidFill>
                <a:latin typeface="Calibri" panose="020F0502020204030204" pitchFamily="34" charset="0"/>
                <a:ea typeface="ヒラギノ角ゴ Pro W3" pitchFamily="-126" charset="-128"/>
                <a:cs typeface="Calibri" panose="020F0502020204030204" pitchFamily="34" charset="0"/>
              </a:rPr>
              <a:t>DTR Endpoint</a:t>
            </a:r>
          </a:p>
        </p:txBody>
      </p:sp>
      <p:sp>
        <p:nvSpPr>
          <p:cNvPr id="94" name="Rectangle: Rounded Corners 93">
            <a:extLst>
              <a:ext uri="{FF2B5EF4-FFF2-40B4-BE49-F238E27FC236}">
                <a16:creationId xmlns:a16="http://schemas.microsoft.com/office/drawing/2014/main" id="{69C5ADD1-6702-78D9-972C-231C9B593EFB}"/>
              </a:ext>
            </a:extLst>
          </p:cNvPr>
          <p:cNvSpPr/>
          <p:nvPr/>
        </p:nvSpPr>
        <p:spPr>
          <a:xfrm>
            <a:off x="9323483" y="1540844"/>
            <a:ext cx="109728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67" kern="0" dirty="0">
                <a:solidFill>
                  <a:srgbClr val="000000"/>
                </a:solidFill>
                <a:latin typeface="Calibri" panose="020F0502020204030204" pitchFamily="34" charset="0"/>
                <a:ea typeface="ヒラギノ角ゴ Pro W3" pitchFamily="-126" charset="-128"/>
                <a:cs typeface="Calibri" panose="020F0502020204030204" pitchFamily="34" charset="0"/>
              </a:rPr>
              <a:t>Templates / Rules</a:t>
            </a:r>
          </a:p>
          <a:p>
            <a:pPr algn="ctr" defTabSz="1219170">
              <a:defRPr/>
            </a:pPr>
            <a:r>
              <a:rPr lang="en-US" sz="1067" kern="0" dirty="0">
                <a:solidFill>
                  <a:srgbClr val="000000"/>
                </a:solidFill>
                <a:latin typeface="Calibri" panose="020F0502020204030204" pitchFamily="34" charset="0"/>
                <a:ea typeface="ヒラギノ角ゴ Pro W3" pitchFamily="-126" charset="-128"/>
                <a:cs typeface="Calibri" panose="020F0502020204030204" pitchFamily="34" charset="0"/>
              </a:rPr>
              <a:t>System</a:t>
            </a:r>
          </a:p>
        </p:txBody>
      </p:sp>
      <p:sp>
        <p:nvSpPr>
          <p:cNvPr id="95" name="Rectangle: Rounded Corners 94">
            <a:extLst>
              <a:ext uri="{FF2B5EF4-FFF2-40B4-BE49-F238E27FC236}">
                <a16:creationId xmlns:a16="http://schemas.microsoft.com/office/drawing/2014/main" id="{30CE32D5-05F0-FA32-5A01-33EBD678AD14}"/>
              </a:ext>
            </a:extLst>
          </p:cNvPr>
          <p:cNvSpPr/>
          <p:nvPr/>
        </p:nvSpPr>
        <p:spPr>
          <a:xfrm>
            <a:off x="2417310" y="1540844"/>
            <a:ext cx="914400" cy="353781"/>
          </a:xfrm>
          <a:prstGeom prst="roundRect">
            <a:avLst>
              <a:gd name="adj" fmla="val 0"/>
            </a:avLst>
          </a:prstGeom>
          <a:solidFill>
            <a:srgbClr val="FCF0D0"/>
          </a:solidFill>
          <a:ln w="9525" cap="flat" cmpd="sng" algn="ctr">
            <a:solidFill>
              <a:srgbClr val="E5EEEF">
                <a:lumMod val="25000"/>
              </a:srgbClr>
            </a:solidFill>
            <a:prstDash val="solid"/>
            <a:miter lim="800000"/>
          </a:ln>
          <a:effectLst/>
        </p:spPr>
        <p:txBody>
          <a:bodyPr lIns="0" rIns="0" rtlCol="0" anchor="ctr"/>
          <a:lstStyle/>
          <a:p>
            <a:pPr algn="ctr" defTabSz="1219170">
              <a:defRPr/>
            </a:pPr>
            <a:r>
              <a:rPr lang="en-US" sz="1067" kern="0" dirty="0">
                <a:solidFill>
                  <a:srgbClr val="000000"/>
                </a:solidFill>
                <a:latin typeface="Calibri" panose="020F0502020204030204" pitchFamily="34" charset="0"/>
                <a:ea typeface="ヒラギノ角ゴ Pro W3" pitchFamily="-126" charset="-128"/>
                <a:cs typeface="Calibri" panose="020F0502020204030204" pitchFamily="34" charset="0"/>
              </a:rPr>
              <a:t>Provider</a:t>
            </a: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sp>
        <p:nvSpPr>
          <p:cNvPr id="96" name="TextBox 95">
            <a:extLst>
              <a:ext uri="{FF2B5EF4-FFF2-40B4-BE49-F238E27FC236}">
                <a16:creationId xmlns:a16="http://schemas.microsoft.com/office/drawing/2014/main" id="{99A91F18-27F0-DBDE-1472-332E5F42D0EC}"/>
              </a:ext>
            </a:extLst>
          </p:cNvPr>
          <p:cNvSpPr txBox="1"/>
          <p:nvPr/>
        </p:nvSpPr>
        <p:spPr>
          <a:xfrm>
            <a:off x="3274258" y="2141612"/>
            <a:ext cx="1045197" cy="420756"/>
          </a:xfrm>
          <a:prstGeom prst="rect">
            <a:avLst/>
          </a:prstGeom>
          <a:noFill/>
        </p:spPr>
        <p:txBody>
          <a:bodyPr wrap="square">
            <a:spAutoFit/>
          </a:bodyPr>
          <a:lstStyle/>
          <a:p>
            <a:pPr algn="ctr" defTabSz="609585" fontAlgn="base">
              <a:spcBef>
                <a:spcPct val="0"/>
              </a:spcBef>
              <a:spcAft>
                <a:spcPct val="0"/>
              </a:spcAft>
            </a:pPr>
            <a:r>
              <a:rPr lang="en-US" sz="1067" b="1" kern="0" dirty="0">
                <a:solidFill>
                  <a:srgbClr val="500000"/>
                </a:solidFill>
                <a:latin typeface="Calibri" panose="020F0502020204030204" pitchFamily="34" charset="0"/>
                <a:ea typeface="ヒラギノ角ゴ Pro W3" pitchFamily="-126" charset="-128"/>
                <a:cs typeface="Calibri" panose="020F0502020204030204" pitchFamily="34" charset="0"/>
              </a:rPr>
              <a:t>DTR Configuration</a:t>
            </a:r>
          </a:p>
        </p:txBody>
      </p:sp>
      <p:grpSp>
        <p:nvGrpSpPr>
          <p:cNvPr id="97" name="Group 96">
            <a:extLst>
              <a:ext uri="{FF2B5EF4-FFF2-40B4-BE49-F238E27FC236}">
                <a16:creationId xmlns:a16="http://schemas.microsoft.com/office/drawing/2014/main" id="{9B8CFEF3-E4B1-A1A7-7580-AA9785578FDD}"/>
              </a:ext>
            </a:extLst>
          </p:cNvPr>
          <p:cNvGrpSpPr/>
          <p:nvPr/>
        </p:nvGrpSpPr>
        <p:grpSpPr>
          <a:xfrm>
            <a:off x="4235935" y="2042033"/>
            <a:ext cx="1680012" cy="369332"/>
            <a:chOff x="2826189" y="1552000"/>
            <a:chExt cx="1260009" cy="276999"/>
          </a:xfrm>
        </p:grpSpPr>
        <p:sp>
          <p:nvSpPr>
            <p:cNvPr id="98" name="TextBox 97">
              <a:extLst>
                <a:ext uri="{FF2B5EF4-FFF2-40B4-BE49-F238E27FC236}">
                  <a16:creationId xmlns:a16="http://schemas.microsoft.com/office/drawing/2014/main" id="{E002E44A-A3DB-4AA2-80C7-9EFE98730D62}"/>
                </a:ext>
              </a:extLst>
            </p:cNvPr>
            <p:cNvSpPr txBox="1"/>
            <p:nvPr/>
          </p:nvSpPr>
          <p:spPr>
            <a:xfrm>
              <a:off x="2907732" y="1589168"/>
              <a:ext cx="1085890" cy="125900"/>
            </a:xfrm>
            <a:prstGeom prst="rect">
              <a:avLst/>
            </a:prstGeom>
            <a:noFill/>
          </p:spPr>
          <p:txBody>
            <a:bodyPr wrap="square" lIns="0" tIns="0" rIns="0" bIns="0">
              <a:spAutoFit/>
            </a:bodyPr>
            <a:lstStyle/>
            <a:p>
              <a:pPr algn="ctr" defTabSz="1219170">
                <a:defRPr/>
              </a:pPr>
              <a:r>
                <a:rPr lang="en-US" sz="1091" kern="0" dirty="0">
                  <a:solidFill>
                    <a:srgbClr val="C0504D">
                      <a:lumMod val="50000"/>
                    </a:srgbClr>
                  </a:solidFill>
                  <a:latin typeface="Calibri" panose="020F0502020204030204" pitchFamily="34" charset="0"/>
                  <a:ea typeface="ヒラギノ角ゴ Pro W3" pitchFamily="-126" charset="-128"/>
                  <a:cs typeface="Calibri" panose="020F0502020204030204" pitchFamily="34" charset="0"/>
                </a:rPr>
                <a:t>EHR to App Connectivity</a:t>
              </a:r>
            </a:p>
          </p:txBody>
        </p:sp>
        <p:cxnSp>
          <p:nvCxnSpPr>
            <p:cNvPr id="99" name="Straight Arrow Connector 98">
              <a:extLst>
                <a:ext uri="{FF2B5EF4-FFF2-40B4-BE49-F238E27FC236}">
                  <a16:creationId xmlns:a16="http://schemas.microsoft.com/office/drawing/2014/main" id="{63858AE2-7B98-5079-2996-32C74E606A47}"/>
                </a:ext>
              </a:extLst>
            </p:cNvPr>
            <p:cNvCxnSpPr>
              <a:cxnSpLocks/>
            </p:cNvCxnSpPr>
            <p:nvPr/>
          </p:nvCxnSpPr>
          <p:spPr>
            <a:xfrm>
              <a:off x="2896144" y="1742324"/>
              <a:ext cx="1106424" cy="0"/>
            </a:xfrm>
            <a:prstGeom prst="straightConnector1">
              <a:avLst/>
            </a:prstGeom>
            <a:ln w="9525">
              <a:solidFill>
                <a:schemeClr val="accent6">
                  <a:lumMod val="50000"/>
                </a:schemeClr>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481D8180-1990-8575-B6C8-7E7CF359C226}"/>
                </a:ext>
              </a:extLst>
            </p:cNvPr>
            <p:cNvSpPr txBox="1"/>
            <p:nvPr/>
          </p:nvSpPr>
          <p:spPr>
            <a:xfrm>
              <a:off x="2826189" y="1552000"/>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sp>
          <p:nvSpPr>
            <p:cNvPr id="101" name="TextBox 100">
              <a:extLst>
                <a:ext uri="{FF2B5EF4-FFF2-40B4-BE49-F238E27FC236}">
                  <a16:creationId xmlns:a16="http://schemas.microsoft.com/office/drawing/2014/main" id="{4BF92D43-5349-D6BD-DB5C-1984F15FC9FA}"/>
                </a:ext>
              </a:extLst>
            </p:cNvPr>
            <p:cNvSpPr txBox="1"/>
            <p:nvPr/>
          </p:nvSpPr>
          <p:spPr>
            <a:xfrm>
              <a:off x="3935048" y="1552000"/>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grpSp>
      <p:cxnSp>
        <p:nvCxnSpPr>
          <p:cNvPr id="102" name="Straight Arrow Connector 101">
            <a:extLst>
              <a:ext uri="{FF2B5EF4-FFF2-40B4-BE49-F238E27FC236}">
                <a16:creationId xmlns:a16="http://schemas.microsoft.com/office/drawing/2014/main" id="{0C7BBB52-94D9-8BB5-83A6-EBA9952DDA84}"/>
              </a:ext>
            </a:extLst>
          </p:cNvPr>
          <p:cNvCxnSpPr>
            <a:cxnSpLocks/>
          </p:cNvCxnSpPr>
          <p:nvPr/>
        </p:nvCxnSpPr>
        <p:spPr>
          <a:xfrm>
            <a:off x="5878127" y="5581888"/>
            <a:ext cx="4267200" cy="0"/>
          </a:xfrm>
          <a:prstGeom prst="straightConnector1">
            <a:avLst/>
          </a:prstGeom>
          <a:noFill/>
          <a:ln w="9525" cap="flat" cmpd="sng" algn="ctr">
            <a:solidFill>
              <a:schemeClr val="tx1"/>
            </a:solidFill>
            <a:prstDash val="dash"/>
            <a:miter lim="800000"/>
            <a:tailEnd type="triangle"/>
          </a:ln>
          <a:effectLst/>
        </p:spPr>
      </p:cxnSp>
      <p:cxnSp>
        <p:nvCxnSpPr>
          <p:cNvPr id="103" name="Straight Arrow Connector 102">
            <a:extLst>
              <a:ext uri="{FF2B5EF4-FFF2-40B4-BE49-F238E27FC236}">
                <a16:creationId xmlns:a16="http://schemas.microsoft.com/office/drawing/2014/main" id="{34C45E9F-7981-78B1-CBC7-E6A08BC6E1BD}"/>
              </a:ext>
            </a:extLst>
          </p:cNvPr>
          <p:cNvCxnSpPr>
            <a:cxnSpLocks/>
          </p:cNvCxnSpPr>
          <p:nvPr/>
        </p:nvCxnSpPr>
        <p:spPr>
          <a:xfrm flipH="1">
            <a:off x="5871841" y="4255694"/>
            <a:ext cx="4267200" cy="0"/>
          </a:xfrm>
          <a:prstGeom prst="straightConnector1">
            <a:avLst/>
          </a:prstGeom>
          <a:noFill/>
          <a:ln w="9525" cap="flat" cmpd="sng" algn="ctr">
            <a:solidFill>
              <a:schemeClr val="tx1"/>
            </a:solidFill>
            <a:prstDash val="dash"/>
            <a:miter lim="800000"/>
            <a:tailEnd type="triangle"/>
          </a:ln>
          <a:effectLst/>
        </p:spPr>
      </p:cxnSp>
      <p:cxnSp>
        <p:nvCxnSpPr>
          <p:cNvPr id="104" name="Straight Arrow Connector 103">
            <a:extLst>
              <a:ext uri="{FF2B5EF4-FFF2-40B4-BE49-F238E27FC236}">
                <a16:creationId xmlns:a16="http://schemas.microsoft.com/office/drawing/2014/main" id="{9863A10A-5C7D-CCDC-4FA3-8F25C3FE2E92}"/>
              </a:ext>
            </a:extLst>
          </p:cNvPr>
          <p:cNvCxnSpPr>
            <a:cxnSpLocks/>
          </p:cNvCxnSpPr>
          <p:nvPr/>
        </p:nvCxnSpPr>
        <p:spPr>
          <a:xfrm flipV="1">
            <a:off x="10135877" y="4237700"/>
            <a:ext cx="3164" cy="1344188"/>
          </a:xfrm>
          <a:prstGeom prst="straightConnector1">
            <a:avLst/>
          </a:prstGeom>
          <a:noFill/>
          <a:ln w="9525" cap="flat" cmpd="sng" algn="ctr">
            <a:solidFill>
              <a:schemeClr val="tx1"/>
            </a:solidFill>
            <a:prstDash val="dash"/>
            <a:miter lim="800000"/>
            <a:tailEnd type="none"/>
          </a:ln>
          <a:effectLst/>
        </p:spPr>
      </p:cxnSp>
      <p:sp>
        <p:nvSpPr>
          <p:cNvPr id="105" name="Rectangle: Rounded Corners 104">
            <a:extLst>
              <a:ext uri="{FF2B5EF4-FFF2-40B4-BE49-F238E27FC236}">
                <a16:creationId xmlns:a16="http://schemas.microsoft.com/office/drawing/2014/main" id="{63991317-BBF1-E7EA-AA22-06C832532772}"/>
              </a:ext>
            </a:extLst>
          </p:cNvPr>
          <p:cNvSpPr/>
          <p:nvPr/>
        </p:nvSpPr>
        <p:spPr>
          <a:xfrm>
            <a:off x="5694049" y="5885573"/>
            <a:ext cx="4267196" cy="401113"/>
          </a:xfrm>
          <a:prstGeom prst="roundRect">
            <a:avLst>
              <a:gd name="adj" fmla="val 0"/>
            </a:avLst>
          </a:prstGeom>
          <a:solidFill>
            <a:schemeClr val="bg1">
              <a:alpha val="69000"/>
            </a:schemeClr>
          </a:solidFill>
          <a:ln w="3175" cap="flat" cmpd="sng" algn="ctr">
            <a:noFill/>
            <a:prstDash val="solid"/>
            <a:miter lim="800000"/>
          </a:ln>
          <a:effectLst/>
        </p:spPr>
        <p:txBody>
          <a:bodyPr lIns="0" rIns="0" rtlCol="0" anchor="ctr"/>
          <a:lstStyle/>
          <a:p>
            <a:pPr algn="ctr" defTabSz="1219170">
              <a:defRPr/>
            </a:pPr>
            <a:endParaRPr lang="en-US" sz="1091" kern="0" dirty="0">
              <a:solidFill>
                <a:srgbClr val="000000"/>
              </a:solidFill>
              <a:latin typeface="Calibri" panose="020F0502020204030204" pitchFamily="34" charset="0"/>
              <a:ea typeface="ヒラギノ角ゴ Pro W3" pitchFamily="-126" charset="-128"/>
              <a:cs typeface="Calibri" panose="020F0502020204030204" pitchFamily="34" charset="0"/>
            </a:endParaRPr>
          </a:p>
        </p:txBody>
      </p:sp>
      <p:grpSp>
        <p:nvGrpSpPr>
          <p:cNvPr id="106" name="Group 105">
            <a:extLst>
              <a:ext uri="{FF2B5EF4-FFF2-40B4-BE49-F238E27FC236}">
                <a16:creationId xmlns:a16="http://schemas.microsoft.com/office/drawing/2014/main" id="{326572A4-4C22-F291-1BFB-F6936C59E75A}"/>
              </a:ext>
            </a:extLst>
          </p:cNvPr>
          <p:cNvGrpSpPr/>
          <p:nvPr/>
        </p:nvGrpSpPr>
        <p:grpSpPr>
          <a:xfrm>
            <a:off x="4374535" y="6018680"/>
            <a:ext cx="6194712" cy="346473"/>
            <a:chOff x="2915964" y="4461124"/>
            <a:chExt cx="4646034" cy="259855"/>
          </a:xfrm>
        </p:grpSpPr>
        <p:sp>
          <p:nvSpPr>
            <p:cNvPr id="107" name="TextBox 106">
              <a:extLst>
                <a:ext uri="{FF2B5EF4-FFF2-40B4-BE49-F238E27FC236}">
                  <a16:creationId xmlns:a16="http://schemas.microsoft.com/office/drawing/2014/main" id="{6288C921-17B4-6153-A607-00441A2D0877}"/>
                </a:ext>
              </a:extLst>
            </p:cNvPr>
            <p:cNvSpPr txBox="1"/>
            <p:nvPr/>
          </p:nvSpPr>
          <p:spPr>
            <a:xfrm>
              <a:off x="3193810" y="4461124"/>
              <a:ext cx="539388" cy="125900"/>
            </a:xfrm>
            <a:prstGeom prst="rect">
              <a:avLst/>
            </a:prstGeom>
            <a:noFill/>
          </p:spPr>
          <p:txBody>
            <a:bodyPr wrap="square" lIns="0" tIns="0" rIns="0" bIns="0">
              <a:spAutoFit/>
            </a:bodyPr>
            <a:lstStyle/>
            <a:p>
              <a:pPr algn="ctr" defTabSz="1219170">
                <a:defRPr/>
              </a:pPr>
              <a:r>
                <a:rPr lang="en-US" sz="1091" kern="0" dirty="0">
                  <a:solidFill>
                    <a:srgbClr val="C0504D">
                      <a:lumMod val="50000"/>
                    </a:srgbClr>
                  </a:solidFill>
                  <a:latin typeface="Calibri" panose="020F0502020204030204" pitchFamily="34" charset="0"/>
                  <a:ea typeface="ヒラギノ角ゴ Pro W3" pitchFamily="-126" charset="-128"/>
                  <a:cs typeface="Calibri" panose="020F0502020204030204" pitchFamily="34" charset="0"/>
                </a:rPr>
                <a:t>Launch PAS</a:t>
              </a:r>
            </a:p>
          </p:txBody>
        </p:sp>
        <p:cxnSp>
          <p:nvCxnSpPr>
            <p:cNvPr id="108" name="Straight Arrow Connector 107">
              <a:extLst>
                <a:ext uri="{FF2B5EF4-FFF2-40B4-BE49-F238E27FC236}">
                  <a16:creationId xmlns:a16="http://schemas.microsoft.com/office/drawing/2014/main" id="{B43006CC-9988-87E0-CAFF-D24C4F80F2CF}"/>
                </a:ext>
              </a:extLst>
            </p:cNvPr>
            <p:cNvCxnSpPr>
              <a:cxnSpLocks/>
            </p:cNvCxnSpPr>
            <p:nvPr/>
          </p:nvCxnSpPr>
          <p:spPr>
            <a:xfrm flipH="1">
              <a:off x="2915964" y="4576480"/>
              <a:ext cx="4389120" cy="0"/>
            </a:xfrm>
            <a:prstGeom prst="straightConnector1">
              <a:avLst/>
            </a:prstGeom>
            <a:noFill/>
            <a:ln w="6350" cap="flat" cmpd="sng" algn="ctr">
              <a:solidFill>
                <a:schemeClr val="accent2">
                  <a:lumMod val="75000"/>
                </a:schemeClr>
              </a:solidFill>
              <a:prstDash val="dash"/>
              <a:miter lim="800000"/>
              <a:headEnd type="triangle"/>
              <a:tailEnd type="none"/>
            </a:ln>
            <a:effectLst/>
          </p:spPr>
        </p:cxnSp>
        <p:sp>
          <p:nvSpPr>
            <p:cNvPr id="109" name="Flowchart: Off-page Connector 108">
              <a:extLst>
                <a:ext uri="{FF2B5EF4-FFF2-40B4-BE49-F238E27FC236}">
                  <a16:creationId xmlns:a16="http://schemas.microsoft.com/office/drawing/2014/main" id="{569B51C8-1DE5-1836-D9A9-2C11AC0906B7}"/>
                </a:ext>
              </a:extLst>
            </p:cNvPr>
            <p:cNvSpPr/>
            <p:nvPr/>
          </p:nvSpPr>
          <p:spPr>
            <a:xfrm>
              <a:off x="7305966" y="4474060"/>
              <a:ext cx="256032" cy="246919"/>
            </a:xfrm>
            <a:prstGeom prst="flowChartOffpageConnector">
              <a:avLst/>
            </a:prstGeom>
            <a:gradFill flip="none" rotWithShape="1">
              <a:gsLst>
                <a:gs pos="100000">
                  <a:schemeClr val="accent2">
                    <a:lumMod val="20000"/>
                    <a:lumOff val="80000"/>
                  </a:schemeClr>
                </a:gs>
                <a:gs pos="0">
                  <a:schemeClr val="bg1">
                    <a:lumMod val="95000"/>
                  </a:schemeClr>
                </a:gs>
              </a:gsLst>
              <a:lin ang="16200000" scaled="1"/>
              <a:tileRect/>
            </a:gradFill>
            <a:ln>
              <a:solidFill>
                <a:schemeClr val="accent2">
                  <a:lumMod val="75000"/>
                </a:schemeClr>
              </a:solidFill>
            </a:ln>
            <a:effectLst>
              <a:outerShdw blurRad="50800" dist="25400" dir="42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09585" fontAlgn="base">
                <a:spcBef>
                  <a:spcPct val="0"/>
                </a:spcBef>
                <a:spcAft>
                  <a:spcPct val="0"/>
                </a:spcAft>
              </a:pPr>
              <a:endParaRPr lang="en-US" sz="2400" dirty="0">
                <a:solidFill>
                  <a:prstClr val="white"/>
                </a:solidFill>
                <a:latin typeface="Arial"/>
              </a:endParaRPr>
            </a:p>
          </p:txBody>
        </p:sp>
        <p:sp>
          <p:nvSpPr>
            <p:cNvPr id="110" name="TextBox 109">
              <a:extLst>
                <a:ext uri="{FF2B5EF4-FFF2-40B4-BE49-F238E27FC236}">
                  <a16:creationId xmlns:a16="http://schemas.microsoft.com/office/drawing/2014/main" id="{F679D945-2010-E027-B6DE-EFA2E1871DA0}"/>
                </a:ext>
              </a:extLst>
            </p:cNvPr>
            <p:cNvSpPr txBox="1"/>
            <p:nvPr/>
          </p:nvSpPr>
          <p:spPr>
            <a:xfrm>
              <a:off x="7322910" y="4513464"/>
              <a:ext cx="232472" cy="125900"/>
            </a:xfrm>
            <a:prstGeom prst="rect">
              <a:avLst/>
            </a:prstGeom>
            <a:noFill/>
          </p:spPr>
          <p:txBody>
            <a:bodyPr wrap="square" lIns="0" tIns="0" rIns="0" bIns="0">
              <a:spAutoFit/>
            </a:bodyPr>
            <a:lstStyle/>
            <a:p>
              <a:pPr algn="ctr" defTabSz="1219170">
                <a:defRPr/>
              </a:pPr>
              <a:r>
                <a:rPr lang="en-US" sz="1091" b="1" kern="0" dirty="0">
                  <a:solidFill>
                    <a:srgbClr val="9A0000"/>
                  </a:solidFill>
                  <a:latin typeface="Calibri" panose="020F0502020204030204" pitchFamily="34" charset="0"/>
                  <a:ea typeface="ヒラギノ角ゴ Pro W3" pitchFamily="-126" charset="-128"/>
                  <a:cs typeface="Calibri" panose="020F0502020204030204" pitchFamily="34" charset="0"/>
                </a:rPr>
                <a:t>PAS</a:t>
              </a:r>
            </a:p>
          </p:txBody>
        </p:sp>
      </p:grpSp>
      <p:grpSp>
        <p:nvGrpSpPr>
          <p:cNvPr id="111" name="Group 110">
            <a:extLst>
              <a:ext uri="{FF2B5EF4-FFF2-40B4-BE49-F238E27FC236}">
                <a16:creationId xmlns:a16="http://schemas.microsoft.com/office/drawing/2014/main" id="{6F2D170C-B348-8168-1FF3-023818C63491}"/>
              </a:ext>
            </a:extLst>
          </p:cNvPr>
          <p:cNvGrpSpPr/>
          <p:nvPr/>
        </p:nvGrpSpPr>
        <p:grpSpPr>
          <a:xfrm>
            <a:off x="4229981" y="2310615"/>
            <a:ext cx="4300660" cy="369855"/>
            <a:chOff x="2928044" y="1644684"/>
            <a:chExt cx="3225495" cy="277391"/>
          </a:xfrm>
        </p:grpSpPr>
        <p:grpSp>
          <p:nvGrpSpPr>
            <p:cNvPr id="112" name="Group 111">
              <a:extLst>
                <a:ext uri="{FF2B5EF4-FFF2-40B4-BE49-F238E27FC236}">
                  <a16:creationId xmlns:a16="http://schemas.microsoft.com/office/drawing/2014/main" id="{7CE716BF-FA99-1100-D08A-B6A2548D96A3}"/>
                </a:ext>
              </a:extLst>
            </p:cNvPr>
            <p:cNvGrpSpPr/>
            <p:nvPr/>
          </p:nvGrpSpPr>
          <p:grpSpPr>
            <a:xfrm>
              <a:off x="2928044" y="1644684"/>
              <a:ext cx="3225495" cy="276999"/>
              <a:chOff x="2821724" y="1746403"/>
              <a:chExt cx="3225495" cy="276999"/>
            </a:xfrm>
          </p:grpSpPr>
          <p:sp>
            <p:nvSpPr>
              <p:cNvPr id="114" name="TextBox 113">
                <a:extLst>
                  <a:ext uri="{FF2B5EF4-FFF2-40B4-BE49-F238E27FC236}">
                    <a16:creationId xmlns:a16="http://schemas.microsoft.com/office/drawing/2014/main" id="{9FDCE847-8030-DA18-7C15-437EBA8F5468}"/>
                  </a:ext>
                </a:extLst>
              </p:cNvPr>
              <p:cNvSpPr txBox="1"/>
              <p:nvPr/>
            </p:nvSpPr>
            <p:spPr>
              <a:xfrm>
                <a:off x="3726800" y="1797039"/>
                <a:ext cx="1471381" cy="125899"/>
              </a:xfrm>
              <a:prstGeom prst="rect">
                <a:avLst/>
              </a:prstGeom>
              <a:solidFill>
                <a:srgbClr val="FBF4F3"/>
              </a:solidFill>
            </p:spPr>
            <p:txBody>
              <a:bodyPr wrap="square" lIns="0" tIns="0" rIns="0" bIns="0">
                <a:spAutoFit/>
              </a:bodyPr>
              <a:lstStyle/>
              <a:p>
                <a:pPr algn="ctr" defTabSz="1219170">
                  <a:defRPr/>
                </a:pPr>
                <a:r>
                  <a:rPr lang="en-US" sz="1091" kern="0" dirty="0">
                    <a:solidFill>
                      <a:srgbClr val="C0504D">
                        <a:lumMod val="50000"/>
                      </a:srgbClr>
                    </a:solidFill>
                    <a:latin typeface="Calibri" panose="020F0502020204030204" pitchFamily="34" charset="0"/>
                    <a:ea typeface="ヒラギノ角ゴ Pro W3" pitchFamily="-126" charset="-128"/>
                    <a:cs typeface="Calibri" panose="020F0502020204030204" pitchFamily="34" charset="0"/>
                  </a:rPr>
                  <a:t>EHR/App to Payer Connectivity</a:t>
                </a:r>
              </a:p>
            </p:txBody>
          </p:sp>
          <p:cxnSp>
            <p:nvCxnSpPr>
              <p:cNvPr id="115" name="Straight Arrow Connector 114">
                <a:extLst>
                  <a:ext uri="{FF2B5EF4-FFF2-40B4-BE49-F238E27FC236}">
                    <a16:creationId xmlns:a16="http://schemas.microsoft.com/office/drawing/2014/main" id="{3122B21F-B4CB-244F-C18E-7BA259FB2874}"/>
                  </a:ext>
                </a:extLst>
              </p:cNvPr>
              <p:cNvCxnSpPr>
                <a:cxnSpLocks/>
              </p:cNvCxnSpPr>
              <p:nvPr/>
            </p:nvCxnSpPr>
            <p:spPr>
              <a:xfrm>
                <a:off x="2889056" y="1936243"/>
                <a:ext cx="3086820" cy="0"/>
              </a:xfrm>
              <a:prstGeom prst="straightConnector1">
                <a:avLst/>
              </a:prstGeom>
              <a:ln w="9525">
                <a:solidFill>
                  <a:schemeClr val="accent6">
                    <a:lumMod val="50000"/>
                  </a:schemeClr>
                </a:solidFill>
                <a:prstDash val="sysDash"/>
                <a:headEnd type="none"/>
                <a:tailEnd type="none"/>
              </a:ln>
              <a:effectLst/>
            </p:spPr>
            <p:style>
              <a:lnRef idx="2">
                <a:schemeClr val="accent1"/>
              </a:lnRef>
              <a:fillRef idx="0">
                <a:schemeClr val="accent1"/>
              </a:fillRef>
              <a:effectRef idx="1">
                <a:schemeClr val="accent1"/>
              </a:effectRef>
              <a:fontRef idx="minor">
                <a:schemeClr val="tx1"/>
              </a:fontRef>
            </p:style>
          </p:cxnSp>
          <p:sp>
            <p:nvSpPr>
              <p:cNvPr id="116" name="TextBox 115">
                <a:extLst>
                  <a:ext uri="{FF2B5EF4-FFF2-40B4-BE49-F238E27FC236}">
                    <a16:creationId xmlns:a16="http://schemas.microsoft.com/office/drawing/2014/main" id="{11ABA665-877E-EA14-CD61-45FDF0EB45AA}"/>
                  </a:ext>
                </a:extLst>
              </p:cNvPr>
              <p:cNvSpPr txBox="1"/>
              <p:nvPr/>
            </p:nvSpPr>
            <p:spPr>
              <a:xfrm>
                <a:off x="2821724" y="1746403"/>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sp>
            <p:nvSpPr>
              <p:cNvPr id="117" name="TextBox 116">
                <a:extLst>
                  <a:ext uri="{FF2B5EF4-FFF2-40B4-BE49-F238E27FC236}">
                    <a16:creationId xmlns:a16="http://schemas.microsoft.com/office/drawing/2014/main" id="{85B50B1E-4188-4F3B-042B-5621EBE27C1A}"/>
                  </a:ext>
                </a:extLst>
              </p:cNvPr>
              <p:cNvSpPr txBox="1"/>
              <p:nvPr/>
            </p:nvSpPr>
            <p:spPr>
              <a:xfrm>
                <a:off x="5896069" y="1746403"/>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grpSp>
        <p:sp>
          <p:nvSpPr>
            <p:cNvPr id="113" name="TextBox 112">
              <a:extLst>
                <a:ext uri="{FF2B5EF4-FFF2-40B4-BE49-F238E27FC236}">
                  <a16:creationId xmlns:a16="http://schemas.microsoft.com/office/drawing/2014/main" id="{5C5B2160-5AF0-EE2E-8780-6C035C018F8D}"/>
                </a:ext>
              </a:extLst>
            </p:cNvPr>
            <p:cNvSpPr txBox="1"/>
            <p:nvPr/>
          </p:nvSpPr>
          <p:spPr>
            <a:xfrm>
              <a:off x="4043716" y="1645076"/>
              <a:ext cx="151150" cy="276999"/>
            </a:xfrm>
            <a:prstGeom prst="rect">
              <a:avLst/>
            </a:prstGeom>
            <a:noFill/>
          </p:spPr>
          <p:txBody>
            <a:bodyPr wrap="square" lIns="0" tIns="0" rIns="0" bIns="0">
              <a:spAutoFit/>
            </a:bodyPr>
            <a:lstStyle/>
            <a:p>
              <a:pPr algn="ctr" defTabSz="609585" fontAlgn="base">
                <a:spcBef>
                  <a:spcPct val="0"/>
                </a:spcBef>
                <a:spcAft>
                  <a:spcPct val="0"/>
                </a:spcAft>
              </a:pPr>
              <a:r>
                <a:rPr lang="en-US" sz="2400" b="1" kern="0" dirty="0">
                  <a:solidFill>
                    <a:srgbClr val="C0504D">
                      <a:lumMod val="50000"/>
                    </a:srgbClr>
                  </a:solidFill>
                  <a:latin typeface="Bauhaus 93" panose="04030905020B02020C02" pitchFamily="82" charset="0"/>
                  <a:ea typeface="ヒラギノ角ゴ Pro W3" pitchFamily="-126" charset="-128"/>
                  <a:cs typeface="Calibri" panose="020F0502020204030204" pitchFamily="34" charset="0"/>
                </a:rPr>
                <a:t>.</a:t>
              </a:r>
              <a:endParaRPr lang="en-US" sz="2400" dirty="0">
                <a:solidFill>
                  <a:srgbClr val="C0504D">
                    <a:lumMod val="50000"/>
                  </a:srgbClr>
                </a:solidFill>
                <a:latin typeface="Bauhaus 93" panose="04030905020B02020C02" pitchFamily="82" charset="0"/>
                <a:ea typeface="ヒラギノ角ゴ Pro W3" pitchFamily="-126" charset="-128"/>
              </a:endParaRPr>
            </a:p>
          </p:txBody>
        </p:sp>
      </p:grpSp>
      <p:sp>
        <p:nvSpPr>
          <p:cNvPr id="118" name="Rectangle 117">
            <a:extLst>
              <a:ext uri="{FF2B5EF4-FFF2-40B4-BE49-F238E27FC236}">
                <a16:creationId xmlns:a16="http://schemas.microsoft.com/office/drawing/2014/main" id="{07228333-7421-79A4-3D4B-11228B016D27}"/>
              </a:ext>
            </a:extLst>
          </p:cNvPr>
          <p:cNvSpPr/>
          <p:nvPr/>
        </p:nvSpPr>
        <p:spPr>
          <a:xfrm rot="19995267">
            <a:off x="19686" y="642075"/>
            <a:ext cx="3121368" cy="923330"/>
          </a:xfrm>
          <a:prstGeom prst="rect">
            <a:avLst/>
          </a:prstGeom>
          <a:noFill/>
        </p:spPr>
        <p:txBody>
          <a:bodyPr wrap="non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rPr>
              <a:t>PREVIOUS</a:t>
            </a:r>
          </a:p>
        </p:txBody>
      </p:sp>
    </p:spTree>
    <p:extLst>
      <p:ext uri="{BB962C8B-B14F-4D97-AF65-F5344CB8AC3E}">
        <p14:creationId xmlns:p14="http://schemas.microsoft.com/office/powerpoint/2010/main" val="21614746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a:extLst>
            <a:ext uri="{FF2B5EF4-FFF2-40B4-BE49-F238E27FC236}">
              <a16:creationId xmlns:a16="http://schemas.microsoft.com/office/drawing/2014/main" id="{4C5DC6FD-F44E-5D25-B1F8-737527BCC5CA}"/>
            </a:ext>
          </a:extLst>
        </p:cNvPr>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E2C9E0C0-BF4F-A452-C7E2-18EC5B11A6C7}"/>
              </a:ext>
            </a:extLst>
          </p:cNvPr>
          <p:cNvSpPr/>
          <p:nvPr/>
        </p:nvSpPr>
        <p:spPr>
          <a:xfrm>
            <a:off x="2402186" y="572210"/>
            <a:ext cx="7387628" cy="5910071"/>
          </a:xfrm>
          <a:prstGeom prst="roundRect">
            <a:avLst>
              <a:gd name="adj" fmla="val 9509"/>
            </a:avLst>
          </a:prstGeom>
          <a:noFill/>
          <a:ln w="1905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D7246BB-76EF-67DB-DE36-BA3DD31E889C}"/>
              </a:ext>
            </a:extLst>
          </p:cNvPr>
          <p:cNvSpPr/>
          <p:nvPr/>
        </p:nvSpPr>
        <p:spPr>
          <a:xfrm>
            <a:off x="2753289" y="772252"/>
            <a:ext cx="2512464" cy="273466"/>
          </a:xfrm>
          <a:prstGeom prst="rect">
            <a:avLst/>
          </a:prstGeom>
          <a:solidFill>
            <a:srgbClr val="FCF0D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Provider EHR / Authorization Server</a:t>
            </a:r>
          </a:p>
        </p:txBody>
      </p:sp>
      <p:cxnSp>
        <p:nvCxnSpPr>
          <p:cNvPr id="20" name="Straight Connector 19">
            <a:extLst>
              <a:ext uri="{FF2B5EF4-FFF2-40B4-BE49-F238E27FC236}">
                <a16:creationId xmlns:a16="http://schemas.microsoft.com/office/drawing/2014/main" id="{BBB0E821-D7B1-2560-1CE4-8B8BF6FC7F4F}"/>
              </a:ext>
            </a:extLst>
          </p:cNvPr>
          <p:cNvCxnSpPr>
            <a:cxnSpLocks/>
          </p:cNvCxnSpPr>
          <p:nvPr/>
        </p:nvCxnSpPr>
        <p:spPr>
          <a:xfrm>
            <a:off x="4009521" y="1048259"/>
            <a:ext cx="0" cy="498348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FF627C67-4CC2-040E-F6C7-C995DE682B95}"/>
              </a:ext>
            </a:extLst>
          </p:cNvPr>
          <p:cNvSpPr/>
          <p:nvPr/>
        </p:nvSpPr>
        <p:spPr>
          <a:xfrm>
            <a:off x="2753289" y="6027690"/>
            <a:ext cx="2512464" cy="273466"/>
          </a:xfrm>
          <a:prstGeom prst="rect">
            <a:avLst/>
          </a:prstGeom>
          <a:solidFill>
            <a:srgbClr val="FCF0D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Provider EHR / Authorization Server</a:t>
            </a:r>
          </a:p>
        </p:txBody>
      </p:sp>
      <p:sp>
        <p:nvSpPr>
          <p:cNvPr id="25" name="Rectangle 24">
            <a:extLst>
              <a:ext uri="{FF2B5EF4-FFF2-40B4-BE49-F238E27FC236}">
                <a16:creationId xmlns:a16="http://schemas.microsoft.com/office/drawing/2014/main" id="{85EF838F-D090-F9E2-5355-2042D0C5FB7C}"/>
              </a:ext>
            </a:extLst>
          </p:cNvPr>
          <p:cNvSpPr/>
          <p:nvPr/>
        </p:nvSpPr>
        <p:spPr>
          <a:xfrm>
            <a:off x="3213050" y="2033416"/>
            <a:ext cx="1757822" cy="304054"/>
          </a:xfrm>
          <a:prstGeom prst="rect">
            <a:avLst/>
          </a:prstGeom>
          <a:solidFill>
            <a:srgbClr val="EFF4F5"/>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libri" panose="020F0502020204030204" pitchFamily="34" charset="0"/>
                <a:cs typeface="Calibri" panose="020F0502020204030204" pitchFamily="34" charset="0"/>
              </a:rPr>
              <a:t>SMART / Native App Launch</a:t>
            </a:r>
          </a:p>
        </p:txBody>
      </p:sp>
      <p:sp>
        <p:nvSpPr>
          <p:cNvPr id="26" name="Rectangle 25">
            <a:extLst>
              <a:ext uri="{FF2B5EF4-FFF2-40B4-BE49-F238E27FC236}">
                <a16:creationId xmlns:a16="http://schemas.microsoft.com/office/drawing/2014/main" id="{CE21586F-D57E-AF93-B9F8-1AD4A02F1C78}"/>
              </a:ext>
            </a:extLst>
          </p:cNvPr>
          <p:cNvSpPr/>
          <p:nvPr/>
        </p:nvSpPr>
        <p:spPr>
          <a:xfrm>
            <a:off x="6128713" y="772252"/>
            <a:ext cx="784168" cy="273466"/>
          </a:xfrm>
          <a:prstGeom prst="rect">
            <a:avLst/>
          </a:prstGeom>
          <a:solidFill>
            <a:srgbClr val="FCF0D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DTR App</a:t>
            </a:r>
          </a:p>
        </p:txBody>
      </p:sp>
      <p:cxnSp>
        <p:nvCxnSpPr>
          <p:cNvPr id="28" name="Straight Connector 27">
            <a:extLst>
              <a:ext uri="{FF2B5EF4-FFF2-40B4-BE49-F238E27FC236}">
                <a16:creationId xmlns:a16="http://schemas.microsoft.com/office/drawing/2014/main" id="{94CA49E4-E354-15BB-CBE4-3887ED7D8AD5}"/>
              </a:ext>
            </a:extLst>
          </p:cNvPr>
          <p:cNvCxnSpPr>
            <a:cxnSpLocks/>
          </p:cNvCxnSpPr>
          <p:nvPr/>
        </p:nvCxnSpPr>
        <p:spPr>
          <a:xfrm>
            <a:off x="6513481" y="1048259"/>
            <a:ext cx="0" cy="498348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5536C3E4-60E7-5EFC-A5B7-E1C8FCC816D6}"/>
              </a:ext>
            </a:extLst>
          </p:cNvPr>
          <p:cNvSpPr/>
          <p:nvPr/>
        </p:nvSpPr>
        <p:spPr>
          <a:xfrm>
            <a:off x="6128713" y="6027690"/>
            <a:ext cx="784168" cy="273466"/>
          </a:xfrm>
          <a:prstGeom prst="rect">
            <a:avLst/>
          </a:prstGeom>
          <a:solidFill>
            <a:srgbClr val="FCF0D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DTR App</a:t>
            </a:r>
          </a:p>
        </p:txBody>
      </p:sp>
      <p:sp>
        <p:nvSpPr>
          <p:cNvPr id="33" name="Rectangle 32">
            <a:extLst>
              <a:ext uri="{FF2B5EF4-FFF2-40B4-BE49-F238E27FC236}">
                <a16:creationId xmlns:a16="http://schemas.microsoft.com/office/drawing/2014/main" id="{C803F2F2-7E4E-BDBC-9281-C453D531DCD9}"/>
              </a:ext>
            </a:extLst>
          </p:cNvPr>
          <p:cNvSpPr/>
          <p:nvPr/>
        </p:nvSpPr>
        <p:spPr>
          <a:xfrm>
            <a:off x="5417048" y="2630374"/>
            <a:ext cx="2192866" cy="343074"/>
          </a:xfrm>
          <a:prstGeom prst="rect">
            <a:avLst/>
          </a:prstGeom>
          <a:solidFill>
            <a:srgbClr val="EFF4F5"/>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libri" panose="020F0502020204030204" pitchFamily="34" charset="0"/>
                <a:cs typeface="Calibri" panose="020F0502020204030204" pitchFamily="34" charset="0"/>
              </a:rPr>
              <a:t>DTR App Leverages</a:t>
            </a:r>
          </a:p>
          <a:p>
            <a:pPr algn="ctr"/>
            <a:r>
              <a:rPr lang="en-US" sz="1050" dirty="0">
                <a:solidFill>
                  <a:schemeClr val="tx1"/>
                </a:solidFill>
                <a:latin typeface="Calibri" panose="020F0502020204030204" pitchFamily="34" charset="0"/>
                <a:cs typeface="Calibri" panose="020F0502020204030204" pitchFamily="34" charset="0"/>
              </a:rPr>
              <a:t>Pre-defined Payer Information</a:t>
            </a:r>
          </a:p>
        </p:txBody>
      </p:sp>
      <p:cxnSp>
        <p:nvCxnSpPr>
          <p:cNvPr id="34" name="Straight Arrow Connector 33">
            <a:extLst>
              <a:ext uri="{FF2B5EF4-FFF2-40B4-BE49-F238E27FC236}">
                <a16:creationId xmlns:a16="http://schemas.microsoft.com/office/drawing/2014/main" id="{650144EA-F4E2-F771-63B3-4A77DA8A3538}"/>
              </a:ext>
            </a:extLst>
          </p:cNvPr>
          <p:cNvCxnSpPr>
            <a:cxnSpLocks/>
          </p:cNvCxnSpPr>
          <p:nvPr/>
        </p:nvCxnSpPr>
        <p:spPr>
          <a:xfrm>
            <a:off x="4008169" y="2496468"/>
            <a:ext cx="2507648"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E0793095-1066-A0E3-509C-393F130A1146}"/>
              </a:ext>
            </a:extLst>
          </p:cNvPr>
          <p:cNvSpPr/>
          <p:nvPr/>
        </p:nvSpPr>
        <p:spPr>
          <a:xfrm>
            <a:off x="8634025" y="774637"/>
            <a:ext cx="784168" cy="273466"/>
          </a:xfrm>
          <a:prstGeom prst="rect">
            <a:avLst/>
          </a:prstGeom>
          <a:solidFill>
            <a:srgbClr val="FCF0D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Payer</a:t>
            </a:r>
          </a:p>
        </p:txBody>
      </p:sp>
      <p:cxnSp>
        <p:nvCxnSpPr>
          <p:cNvPr id="36" name="Straight Connector 35">
            <a:extLst>
              <a:ext uri="{FF2B5EF4-FFF2-40B4-BE49-F238E27FC236}">
                <a16:creationId xmlns:a16="http://schemas.microsoft.com/office/drawing/2014/main" id="{23023776-23F1-DA78-5C1F-88A19F2CF15F}"/>
              </a:ext>
            </a:extLst>
          </p:cNvPr>
          <p:cNvCxnSpPr>
            <a:cxnSpLocks/>
          </p:cNvCxnSpPr>
          <p:nvPr/>
        </p:nvCxnSpPr>
        <p:spPr>
          <a:xfrm>
            <a:off x="9018765" y="1048514"/>
            <a:ext cx="0" cy="498348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197BD793-8B5A-F444-4273-33EF88B581A5}"/>
              </a:ext>
            </a:extLst>
          </p:cNvPr>
          <p:cNvSpPr/>
          <p:nvPr/>
        </p:nvSpPr>
        <p:spPr>
          <a:xfrm>
            <a:off x="8634025" y="6030075"/>
            <a:ext cx="784168" cy="273466"/>
          </a:xfrm>
          <a:prstGeom prst="rect">
            <a:avLst/>
          </a:prstGeom>
          <a:solidFill>
            <a:srgbClr val="FCF0D0"/>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rPr>
              <a:t>Payer</a:t>
            </a:r>
          </a:p>
        </p:txBody>
      </p:sp>
      <p:cxnSp>
        <p:nvCxnSpPr>
          <p:cNvPr id="38" name="Straight Arrow Connector 37">
            <a:extLst>
              <a:ext uri="{FF2B5EF4-FFF2-40B4-BE49-F238E27FC236}">
                <a16:creationId xmlns:a16="http://schemas.microsoft.com/office/drawing/2014/main" id="{E94FB582-2EC1-9E94-D0B6-F27A8DE2D4FB}"/>
              </a:ext>
            </a:extLst>
          </p:cNvPr>
          <p:cNvCxnSpPr>
            <a:cxnSpLocks/>
          </p:cNvCxnSpPr>
          <p:nvPr/>
        </p:nvCxnSpPr>
        <p:spPr>
          <a:xfrm>
            <a:off x="6515817" y="3287753"/>
            <a:ext cx="2505312" cy="0"/>
          </a:xfrm>
          <a:prstGeom prst="straightConnector1">
            <a:avLst/>
          </a:prstGeom>
          <a:ln w="15875">
            <a:solidFill>
              <a:schemeClr val="accent1">
                <a:lumMod val="75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3049730A-C8C8-7E48-7965-B0B11C6E7CB8}"/>
              </a:ext>
            </a:extLst>
          </p:cNvPr>
          <p:cNvSpPr txBox="1"/>
          <p:nvPr/>
        </p:nvSpPr>
        <p:spPr>
          <a:xfrm>
            <a:off x="6513483" y="3115348"/>
            <a:ext cx="2505283" cy="161583"/>
          </a:xfrm>
          <a:prstGeom prst="rect">
            <a:avLst/>
          </a:prstGeom>
          <a:noFill/>
        </p:spPr>
        <p:txBody>
          <a:bodyPr wrap="square" lIns="0" tIns="0" rIns="0" bIns="0" rtlCol="0">
            <a:spAutoFit/>
          </a:bodyPr>
          <a:lstStyle/>
          <a:p>
            <a:pPr algn="ctr"/>
            <a:r>
              <a:rPr lang="en-US" sz="1050" dirty="0">
                <a:solidFill>
                  <a:srgbClr val="533F05"/>
                </a:solidFill>
                <a:latin typeface="Consolas" panose="020B0609020204030204" pitchFamily="49" charset="0"/>
                <a:cs typeface="Calibri" panose="020F0502020204030204" pitchFamily="34" charset="0"/>
              </a:rPr>
              <a:t>$questionnaire-package</a:t>
            </a:r>
            <a:r>
              <a:rPr lang="en-US" sz="1050" dirty="0">
                <a:solidFill>
                  <a:schemeClr val="accent1">
                    <a:lumMod val="50000"/>
                  </a:schemeClr>
                </a:solidFill>
                <a:latin typeface="Consolas" panose="020B0609020204030204" pitchFamily="49" charset="0"/>
                <a:cs typeface="Calibri" panose="020F0502020204030204" pitchFamily="34" charset="0"/>
              </a:rPr>
              <a:t> </a:t>
            </a:r>
            <a:r>
              <a:rPr lang="en-US" sz="1050" dirty="0">
                <a:solidFill>
                  <a:schemeClr val="accent1">
                    <a:lumMod val="50000"/>
                  </a:schemeClr>
                </a:solidFill>
                <a:latin typeface="Calibri" panose="020F0502020204030204" pitchFamily="34" charset="0"/>
                <a:cs typeface="Calibri" panose="020F0502020204030204" pitchFamily="34" charset="0"/>
              </a:rPr>
              <a:t>Operation</a:t>
            </a:r>
            <a:endParaRPr lang="en-US" sz="1000" dirty="0">
              <a:solidFill>
                <a:schemeClr val="accent1">
                  <a:lumMod val="50000"/>
                </a:schemeClr>
              </a:solidFill>
              <a:latin typeface="Calibri" panose="020F0502020204030204" pitchFamily="34" charset="0"/>
              <a:cs typeface="Calibri" panose="020F0502020204030204" pitchFamily="34" charset="0"/>
            </a:endParaRPr>
          </a:p>
        </p:txBody>
      </p:sp>
      <p:sp>
        <p:nvSpPr>
          <p:cNvPr id="42" name="Rectangle 41">
            <a:extLst>
              <a:ext uri="{FF2B5EF4-FFF2-40B4-BE49-F238E27FC236}">
                <a16:creationId xmlns:a16="http://schemas.microsoft.com/office/drawing/2014/main" id="{41C274F9-C2A7-8378-F492-F1BD2F94F281}"/>
              </a:ext>
            </a:extLst>
          </p:cNvPr>
          <p:cNvSpPr/>
          <p:nvPr/>
        </p:nvSpPr>
        <p:spPr>
          <a:xfrm>
            <a:off x="5267710" y="4237378"/>
            <a:ext cx="2505283" cy="339993"/>
          </a:xfrm>
          <a:prstGeom prst="rect">
            <a:avLst/>
          </a:prstGeom>
          <a:solidFill>
            <a:srgbClr val="EFF4F5"/>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libri" panose="020F0502020204030204" pitchFamily="34" charset="0"/>
                <a:cs typeface="Calibri" panose="020F0502020204030204" pitchFamily="34" charset="0"/>
              </a:rPr>
              <a:t>DTR uses data extracted by CQL</a:t>
            </a:r>
          </a:p>
          <a:p>
            <a:pPr algn="ctr"/>
            <a:r>
              <a:rPr lang="en-US" sz="1050" dirty="0">
                <a:solidFill>
                  <a:schemeClr val="tx1"/>
                </a:solidFill>
                <a:latin typeface="Calibri" panose="020F0502020204030204" pitchFamily="34" charset="0"/>
                <a:cs typeface="Calibri" panose="020F0502020204030204" pitchFamily="34" charset="0"/>
              </a:rPr>
              <a:t>to pre-populate QuestionnaireResponse</a:t>
            </a:r>
          </a:p>
        </p:txBody>
      </p:sp>
      <p:sp>
        <p:nvSpPr>
          <p:cNvPr id="43" name="TextBox 42">
            <a:extLst>
              <a:ext uri="{FF2B5EF4-FFF2-40B4-BE49-F238E27FC236}">
                <a16:creationId xmlns:a16="http://schemas.microsoft.com/office/drawing/2014/main" id="{144C5CF1-2E92-ECDF-BFC4-527CDF15B8AB}"/>
              </a:ext>
            </a:extLst>
          </p:cNvPr>
          <p:cNvSpPr txBox="1"/>
          <p:nvPr/>
        </p:nvSpPr>
        <p:spPr>
          <a:xfrm>
            <a:off x="2402186" y="343363"/>
            <a:ext cx="7387627" cy="184666"/>
          </a:xfrm>
          <a:prstGeom prst="rect">
            <a:avLst/>
          </a:prstGeom>
          <a:noFill/>
        </p:spPr>
        <p:txBody>
          <a:bodyPr wrap="square" lIns="0" tIns="0" rIns="0" bIns="0" rtlCol="0">
            <a:spAutoFit/>
          </a:bodyPr>
          <a:lstStyle/>
          <a:p>
            <a:pPr algn="ctr"/>
            <a:r>
              <a:rPr lang="en-US" sz="1200" b="1" dirty="0">
                <a:cs typeface="Calibri" panose="020F0502020204030204" pitchFamily="34" charset="0"/>
              </a:rPr>
              <a:t>DTR Sequence Overview Diagram</a:t>
            </a:r>
          </a:p>
        </p:txBody>
      </p:sp>
      <p:sp>
        <p:nvSpPr>
          <p:cNvPr id="4" name="TextBox 3">
            <a:extLst>
              <a:ext uri="{FF2B5EF4-FFF2-40B4-BE49-F238E27FC236}">
                <a16:creationId xmlns:a16="http://schemas.microsoft.com/office/drawing/2014/main" id="{267EE045-5B2A-4B91-0E9B-277D5540AFEC}"/>
              </a:ext>
            </a:extLst>
          </p:cNvPr>
          <p:cNvSpPr txBox="1"/>
          <p:nvPr/>
        </p:nvSpPr>
        <p:spPr>
          <a:xfrm>
            <a:off x="4027626" y="3823264"/>
            <a:ext cx="2471124" cy="169277"/>
          </a:xfrm>
          <a:prstGeom prst="rect">
            <a:avLst/>
          </a:prstGeom>
          <a:noFill/>
        </p:spPr>
        <p:txBody>
          <a:bodyPr wrap="square" lIns="0" tIns="0" rIns="0" bIns="0" rtlCol="0">
            <a:spAutoFit/>
          </a:bodyPr>
          <a:lstStyle/>
          <a:p>
            <a:pPr algn="ctr"/>
            <a:r>
              <a:rPr lang="en-US" sz="1100" dirty="0">
                <a:solidFill>
                  <a:schemeClr val="accent1">
                    <a:lumMod val="50000"/>
                  </a:schemeClr>
                </a:solidFill>
                <a:latin typeface="Calibri" panose="020F0502020204030204" pitchFamily="34" charset="0"/>
                <a:cs typeface="Calibri" panose="020F0502020204030204" pitchFamily="34" charset="0"/>
              </a:rPr>
              <a:t>Execute CQL/Retrieve data from EHR</a:t>
            </a:r>
          </a:p>
        </p:txBody>
      </p:sp>
      <p:cxnSp>
        <p:nvCxnSpPr>
          <p:cNvPr id="9" name="Straight Arrow Connector 8">
            <a:extLst>
              <a:ext uri="{FF2B5EF4-FFF2-40B4-BE49-F238E27FC236}">
                <a16:creationId xmlns:a16="http://schemas.microsoft.com/office/drawing/2014/main" id="{F924FB69-757F-E1FE-C096-82E6AD18CB1A}"/>
              </a:ext>
            </a:extLst>
          </p:cNvPr>
          <p:cNvCxnSpPr>
            <a:cxnSpLocks/>
          </p:cNvCxnSpPr>
          <p:nvPr/>
        </p:nvCxnSpPr>
        <p:spPr>
          <a:xfrm>
            <a:off x="4007827" y="1444640"/>
            <a:ext cx="2505312" cy="0"/>
          </a:xfrm>
          <a:prstGeom prst="straightConnector1">
            <a:avLst/>
          </a:prstGeom>
          <a:ln w="15875">
            <a:solidFill>
              <a:schemeClr val="accent6">
                <a:lumMod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C92B513-0D3C-5B78-F295-C72F2A2435AB}"/>
              </a:ext>
            </a:extLst>
          </p:cNvPr>
          <p:cNvSpPr txBox="1"/>
          <p:nvPr/>
        </p:nvSpPr>
        <p:spPr>
          <a:xfrm>
            <a:off x="4036337" y="1266614"/>
            <a:ext cx="2471124" cy="169277"/>
          </a:xfrm>
          <a:prstGeom prst="rect">
            <a:avLst/>
          </a:prstGeom>
          <a:noFill/>
        </p:spPr>
        <p:txBody>
          <a:bodyPr wrap="square" lIns="0" tIns="0" rIns="0" bIns="0" rtlCol="0">
            <a:spAutoFit/>
          </a:bodyPr>
          <a:lstStyle/>
          <a:p>
            <a:pPr algn="ctr"/>
            <a:r>
              <a:rPr lang="en-US" sz="1100" dirty="0">
                <a:solidFill>
                  <a:schemeClr val="accent1">
                    <a:lumMod val="50000"/>
                  </a:schemeClr>
                </a:solidFill>
                <a:latin typeface="Calibri" panose="020F0502020204030204" pitchFamily="34" charset="0"/>
                <a:cs typeface="Calibri" panose="020F0502020204030204" pitchFamily="34" charset="0"/>
              </a:rPr>
              <a:t>Configure EHR to App Connectivity</a:t>
            </a:r>
          </a:p>
        </p:txBody>
      </p:sp>
      <p:sp>
        <p:nvSpPr>
          <p:cNvPr id="12" name="TextBox 11">
            <a:extLst>
              <a:ext uri="{FF2B5EF4-FFF2-40B4-BE49-F238E27FC236}">
                <a16:creationId xmlns:a16="http://schemas.microsoft.com/office/drawing/2014/main" id="{31B9C3F9-0650-058C-12C2-826E8268BAFF}"/>
              </a:ext>
            </a:extLst>
          </p:cNvPr>
          <p:cNvSpPr txBox="1"/>
          <p:nvPr/>
        </p:nvSpPr>
        <p:spPr>
          <a:xfrm>
            <a:off x="5060516" y="1633028"/>
            <a:ext cx="2902926" cy="215444"/>
          </a:xfrm>
          <a:prstGeom prst="rect">
            <a:avLst/>
          </a:prstGeom>
          <a:solidFill>
            <a:schemeClr val="bg1"/>
          </a:solidFill>
        </p:spPr>
        <p:txBody>
          <a:bodyPr wrap="square" lIns="0" tIns="0" rIns="0" bIns="45720" rtlCol="0">
            <a:spAutoFit/>
          </a:bodyPr>
          <a:lstStyle/>
          <a:p>
            <a:pPr algn="ctr"/>
            <a:r>
              <a:rPr lang="en-US" sz="1100" dirty="0">
                <a:solidFill>
                  <a:schemeClr val="accent1">
                    <a:lumMod val="50000"/>
                  </a:schemeClr>
                </a:solidFill>
                <a:latin typeface="Calibri" panose="020F0502020204030204" pitchFamily="34" charset="0"/>
                <a:cs typeface="Calibri" panose="020F0502020204030204" pitchFamily="34" charset="0"/>
              </a:rPr>
              <a:t>Configure App/EHR to Payer Connectivity</a:t>
            </a:r>
          </a:p>
        </p:txBody>
      </p:sp>
      <p:cxnSp>
        <p:nvCxnSpPr>
          <p:cNvPr id="13" name="Straight Arrow Connector 12">
            <a:extLst>
              <a:ext uri="{FF2B5EF4-FFF2-40B4-BE49-F238E27FC236}">
                <a16:creationId xmlns:a16="http://schemas.microsoft.com/office/drawing/2014/main" id="{51A7EF61-C27C-75E5-71FA-B44235490057}"/>
              </a:ext>
            </a:extLst>
          </p:cNvPr>
          <p:cNvCxnSpPr>
            <a:cxnSpLocks/>
          </p:cNvCxnSpPr>
          <p:nvPr/>
        </p:nvCxnSpPr>
        <p:spPr>
          <a:xfrm>
            <a:off x="4008169" y="1813586"/>
            <a:ext cx="2505312" cy="0"/>
          </a:xfrm>
          <a:prstGeom prst="straightConnector1">
            <a:avLst/>
          </a:prstGeom>
          <a:ln w="15875">
            <a:solidFill>
              <a:schemeClr val="accent6">
                <a:lumMod val="50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ED543D8B-BB9E-C446-5894-1DAD67F3C628}"/>
              </a:ext>
            </a:extLst>
          </p:cNvPr>
          <p:cNvCxnSpPr>
            <a:cxnSpLocks/>
          </p:cNvCxnSpPr>
          <p:nvPr/>
        </p:nvCxnSpPr>
        <p:spPr>
          <a:xfrm>
            <a:off x="6512470" y="1813586"/>
            <a:ext cx="2505312" cy="0"/>
          </a:xfrm>
          <a:prstGeom prst="straightConnector1">
            <a:avLst/>
          </a:prstGeom>
          <a:ln w="15875">
            <a:solidFill>
              <a:schemeClr val="accent6">
                <a:lumMod val="50000"/>
              </a:schemeClr>
            </a:solidFill>
            <a:prstDash val="sysDash"/>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551433FF-1A47-A59F-978B-7892FB84495A}"/>
              </a:ext>
            </a:extLst>
          </p:cNvPr>
          <p:cNvSpPr/>
          <p:nvPr/>
        </p:nvSpPr>
        <p:spPr>
          <a:xfrm>
            <a:off x="6475764" y="1775912"/>
            <a:ext cx="73152" cy="73152"/>
          </a:xfrm>
          <a:prstGeom prst="ellipse">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 name="Straight Arrow Connector 2">
            <a:extLst>
              <a:ext uri="{FF2B5EF4-FFF2-40B4-BE49-F238E27FC236}">
                <a16:creationId xmlns:a16="http://schemas.microsoft.com/office/drawing/2014/main" id="{4BBF32DA-BAAC-2B99-177D-82D1F20EFF3A}"/>
              </a:ext>
            </a:extLst>
          </p:cNvPr>
          <p:cNvCxnSpPr>
            <a:cxnSpLocks/>
          </p:cNvCxnSpPr>
          <p:nvPr/>
        </p:nvCxnSpPr>
        <p:spPr>
          <a:xfrm>
            <a:off x="4010734" y="5884348"/>
            <a:ext cx="2505312" cy="0"/>
          </a:xfrm>
          <a:prstGeom prst="straightConnector1">
            <a:avLst/>
          </a:prstGeom>
          <a:ln w="15875">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2DD08083-BCBD-B8A4-E725-1ACC6AE75424}"/>
              </a:ext>
            </a:extLst>
          </p:cNvPr>
          <p:cNvSpPr txBox="1"/>
          <p:nvPr/>
        </p:nvSpPr>
        <p:spPr>
          <a:xfrm>
            <a:off x="4030191" y="5701410"/>
            <a:ext cx="2471124" cy="169277"/>
          </a:xfrm>
          <a:prstGeom prst="rect">
            <a:avLst/>
          </a:prstGeom>
          <a:noFill/>
        </p:spPr>
        <p:txBody>
          <a:bodyPr wrap="square" lIns="0" tIns="0" rIns="0" bIns="0" rtlCol="0">
            <a:spAutoFit/>
          </a:bodyPr>
          <a:lstStyle/>
          <a:p>
            <a:pPr algn="ctr"/>
            <a:r>
              <a:rPr lang="en-US" sz="1100" dirty="0">
                <a:solidFill>
                  <a:schemeClr val="accent1">
                    <a:lumMod val="50000"/>
                  </a:schemeClr>
                </a:solidFill>
                <a:latin typeface="Calibri" panose="020F0502020204030204" pitchFamily="34" charset="0"/>
                <a:cs typeface="Calibri" panose="020F0502020204030204" pitchFamily="34" charset="0"/>
              </a:rPr>
              <a:t>Store completed QuestionnaireResponse</a:t>
            </a:r>
          </a:p>
        </p:txBody>
      </p:sp>
      <p:sp>
        <p:nvSpPr>
          <p:cNvPr id="6" name="Rectangle 5">
            <a:extLst>
              <a:ext uri="{FF2B5EF4-FFF2-40B4-BE49-F238E27FC236}">
                <a16:creationId xmlns:a16="http://schemas.microsoft.com/office/drawing/2014/main" id="{0EE6AF2E-0547-6E6B-6456-FBD8CAC63969}"/>
              </a:ext>
            </a:extLst>
          </p:cNvPr>
          <p:cNvSpPr/>
          <p:nvPr/>
        </p:nvSpPr>
        <p:spPr>
          <a:xfrm>
            <a:off x="5267710" y="4736555"/>
            <a:ext cx="2505283" cy="339993"/>
          </a:xfrm>
          <a:prstGeom prst="rect">
            <a:avLst/>
          </a:prstGeom>
          <a:solidFill>
            <a:srgbClr val="EFF4F5"/>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solidFill>
                  <a:schemeClr val="tx1"/>
                </a:solidFill>
                <a:latin typeface="Calibri" panose="020F0502020204030204" pitchFamily="34" charset="0"/>
                <a:cs typeface="Calibri" panose="020F0502020204030204" pitchFamily="34" charset="0"/>
              </a:rPr>
              <a:t>User verifies data and QuestionnaireResponse</a:t>
            </a:r>
          </a:p>
        </p:txBody>
      </p:sp>
      <p:cxnSp>
        <p:nvCxnSpPr>
          <p:cNvPr id="7" name="Straight Arrow Connector 6">
            <a:extLst>
              <a:ext uri="{FF2B5EF4-FFF2-40B4-BE49-F238E27FC236}">
                <a16:creationId xmlns:a16="http://schemas.microsoft.com/office/drawing/2014/main" id="{7FB18061-4D86-5DE6-F5DC-6C26ED366AD3}"/>
              </a:ext>
            </a:extLst>
          </p:cNvPr>
          <p:cNvCxnSpPr>
            <a:cxnSpLocks/>
          </p:cNvCxnSpPr>
          <p:nvPr/>
        </p:nvCxnSpPr>
        <p:spPr>
          <a:xfrm flipH="1">
            <a:off x="4002818" y="4008374"/>
            <a:ext cx="2505312" cy="0"/>
          </a:xfrm>
          <a:prstGeom prst="straightConnector1">
            <a:avLst/>
          </a:prstGeom>
          <a:ln w="15875">
            <a:solidFill>
              <a:schemeClr val="accent1">
                <a:lumMod val="75000"/>
              </a:schemeClr>
            </a:solidFill>
            <a:prstDash val="sysDash"/>
            <a:headEnd type="triangle"/>
            <a:tailEnd type="triangle" w="med" len="med"/>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89315CB-D50D-BEBB-28B5-4CFB6F627C8E}"/>
              </a:ext>
            </a:extLst>
          </p:cNvPr>
          <p:cNvSpPr txBox="1"/>
          <p:nvPr/>
        </p:nvSpPr>
        <p:spPr>
          <a:xfrm>
            <a:off x="6506095" y="5391700"/>
            <a:ext cx="2505283" cy="161583"/>
          </a:xfrm>
          <a:prstGeom prst="rect">
            <a:avLst/>
          </a:prstGeom>
          <a:noFill/>
        </p:spPr>
        <p:txBody>
          <a:bodyPr wrap="square" lIns="0" tIns="0" rIns="0" bIns="0" rtlCol="0">
            <a:spAutoFit/>
          </a:bodyPr>
          <a:lstStyle/>
          <a:p>
            <a:pPr algn="ctr"/>
            <a:r>
              <a:rPr lang="en-US" sz="1050" dirty="0">
                <a:solidFill>
                  <a:srgbClr val="533F05"/>
                </a:solidFill>
                <a:latin typeface="Consolas" panose="020B0609020204030204" pitchFamily="49" charset="0"/>
                <a:cs typeface="Calibri" panose="020F0502020204030204" pitchFamily="34" charset="0"/>
              </a:rPr>
              <a:t>$next-question</a:t>
            </a:r>
            <a:r>
              <a:rPr lang="en-US" sz="1050" dirty="0">
                <a:solidFill>
                  <a:schemeClr val="accent1">
                    <a:lumMod val="50000"/>
                  </a:schemeClr>
                </a:solidFill>
                <a:latin typeface="Consolas" panose="020B0609020204030204" pitchFamily="49" charset="0"/>
                <a:cs typeface="Calibri" panose="020F0502020204030204" pitchFamily="34" charset="0"/>
              </a:rPr>
              <a:t> </a:t>
            </a:r>
            <a:r>
              <a:rPr lang="en-US" sz="1050" dirty="0">
                <a:solidFill>
                  <a:schemeClr val="accent1">
                    <a:lumMod val="50000"/>
                  </a:schemeClr>
                </a:solidFill>
                <a:latin typeface="Calibri" panose="020F0502020204030204" pitchFamily="34" charset="0"/>
                <a:cs typeface="Calibri" panose="020F0502020204030204" pitchFamily="34" charset="0"/>
              </a:rPr>
              <a:t>Operation</a:t>
            </a:r>
            <a:endParaRPr lang="en-US" sz="1000" dirty="0">
              <a:solidFill>
                <a:schemeClr val="accent1">
                  <a:lumMod val="50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CAF0DC0D-79B0-5CB4-3376-E61AAE060E89}"/>
              </a:ext>
            </a:extLst>
          </p:cNvPr>
          <p:cNvSpPr txBox="1"/>
          <p:nvPr/>
        </p:nvSpPr>
        <p:spPr>
          <a:xfrm>
            <a:off x="7012407" y="5240529"/>
            <a:ext cx="1492658" cy="153888"/>
          </a:xfrm>
          <a:prstGeom prst="rect">
            <a:avLst/>
          </a:prstGeom>
          <a:noFill/>
        </p:spPr>
        <p:txBody>
          <a:bodyPr wrap="square" lIns="0" tIns="0" rIns="0" bIns="0" rtlCol="0">
            <a:spAutoFit/>
          </a:bodyPr>
          <a:lstStyle/>
          <a:p>
            <a:pPr algn="ctr"/>
            <a:r>
              <a:rPr lang="en-US" sz="1000" i="1" dirty="0">
                <a:latin typeface="Calibri" panose="020F0502020204030204" pitchFamily="34" charset="0"/>
                <a:cs typeface="Calibri" panose="020F0502020204030204" pitchFamily="34" charset="0"/>
              </a:rPr>
              <a:t>(if Adaptive Questionnaire)</a:t>
            </a:r>
          </a:p>
        </p:txBody>
      </p:sp>
      <p:sp>
        <p:nvSpPr>
          <p:cNvPr id="22" name="Rectangle 21">
            <a:extLst>
              <a:ext uri="{FF2B5EF4-FFF2-40B4-BE49-F238E27FC236}">
                <a16:creationId xmlns:a16="http://schemas.microsoft.com/office/drawing/2014/main" id="{49AC6869-F4E3-21C2-0D6E-23B034CB81CE}"/>
              </a:ext>
            </a:extLst>
          </p:cNvPr>
          <p:cNvSpPr/>
          <p:nvPr/>
        </p:nvSpPr>
        <p:spPr>
          <a:xfrm>
            <a:off x="8892816" y="3636202"/>
            <a:ext cx="258250" cy="19247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7F10235C-AA09-F3C7-1FC5-FE791C37C499}"/>
              </a:ext>
            </a:extLst>
          </p:cNvPr>
          <p:cNvCxnSpPr>
            <a:cxnSpLocks/>
          </p:cNvCxnSpPr>
          <p:nvPr/>
        </p:nvCxnSpPr>
        <p:spPr>
          <a:xfrm flipH="1">
            <a:off x="6506066" y="5577794"/>
            <a:ext cx="2505312" cy="0"/>
          </a:xfrm>
          <a:prstGeom prst="straightConnector1">
            <a:avLst/>
          </a:prstGeom>
          <a:ln w="15875">
            <a:solidFill>
              <a:schemeClr val="accent1">
                <a:lumMod val="7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27D51A6-F024-424D-A4F4-152819F4F1BA}"/>
              </a:ext>
            </a:extLst>
          </p:cNvPr>
          <p:cNvCxnSpPr>
            <a:cxnSpLocks/>
          </p:cNvCxnSpPr>
          <p:nvPr/>
        </p:nvCxnSpPr>
        <p:spPr>
          <a:xfrm flipH="1">
            <a:off x="9015984" y="4577371"/>
            <a:ext cx="4894" cy="983606"/>
          </a:xfrm>
          <a:prstGeom prst="straightConnector1">
            <a:avLst/>
          </a:prstGeom>
          <a:ln w="15875">
            <a:solidFill>
              <a:schemeClr val="accent1">
                <a:lumMod val="7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718CACA5-B380-DDFA-354A-510AFD5B73B2}"/>
              </a:ext>
            </a:extLst>
          </p:cNvPr>
          <p:cNvCxnSpPr>
            <a:cxnSpLocks/>
          </p:cNvCxnSpPr>
          <p:nvPr/>
        </p:nvCxnSpPr>
        <p:spPr>
          <a:xfrm flipH="1">
            <a:off x="6515817" y="3650914"/>
            <a:ext cx="2505312" cy="0"/>
          </a:xfrm>
          <a:prstGeom prst="straightConnector1">
            <a:avLst/>
          </a:prstGeom>
          <a:ln w="15875">
            <a:solidFill>
              <a:schemeClr val="accent1">
                <a:lumMod val="75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421DB7E-9848-C622-AD28-4D5664B988E4}"/>
              </a:ext>
            </a:extLst>
          </p:cNvPr>
          <p:cNvSpPr txBox="1"/>
          <p:nvPr/>
        </p:nvSpPr>
        <p:spPr>
          <a:xfrm>
            <a:off x="6712183" y="3301324"/>
            <a:ext cx="2105885" cy="153888"/>
          </a:xfrm>
          <a:prstGeom prst="rect">
            <a:avLst/>
          </a:prstGeom>
          <a:noFill/>
        </p:spPr>
        <p:txBody>
          <a:bodyPr wrap="square" lIns="0" tIns="0" rIns="0" bIns="0" rtlCol="0">
            <a:spAutoFit/>
          </a:bodyPr>
          <a:lstStyle/>
          <a:p>
            <a:pPr algn="ctr"/>
            <a:r>
              <a:rPr lang="en-US" sz="1000" i="1" dirty="0">
                <a:latin typeface="Calibri" panose="020F0502020204030204" pitchFamily="34" charset="0"/>
                <a:cs typeface="Calibri" panose="020F0502020204030204" pitchFamily="34" charset="0"/>
              </a:rPr>
              <a:t>(Returns “Questionnaire Package”)</a:t>
            </a:r>
          </a:p>
        </p:txBody>
      </p:sp>
      <p:sp>
        <p:nvSpPr>
          <p:cNvPr id="24" name="TextBox 23">
            <a:extLst>
              <a:ext uri="{FF2B5EF4-FFF2-40B4-BE49-F238E27FC236}">
                <a16:creationId xmlns:a16="http://schemas.microsoft.com/office/drawing/2014/main" id="{98C84566-76CF-83D8-B360-F989FB25BDB4}"/>
              </a:ext>
            </a:extLst>
          </p:cNvPr>
          <p:cNvSpPr txBox="1"/>
          <p:nvPr/>
        </p:nvSpPr>
        <p:spPr>
          <a:xfrm>
            <a:off x="6711696" y="3671499"/>
            <a:ext cx="2105885" cy="153888"/>
          </a:xfrm>
          <a:prstGeom prst="rect">
            <a:avLst/>
          </a:prstGeom>
          <a:noFill/>
        </p:spPr>
        <p:txBody>
          <a:bodyPr wrap="square" lIns="0" tIns="0" rIns="0" bIns="0" rtlCol="0">
            <a:spAutoFit/>
          </a:bodyPr>
          <a:lstStyle/>
          <a:p>
            <a:pPr algn="ctr"/>
            <a:r>
              <a:rPr lang="en-US" sz="1000" i="1" dirty="0">
                <a:latin typeface="Calibri" panose="020F0502020204030204" pitchFamily="34" charset="0"/>
                <a:cs typeface="Calibri" panose="020F0502020204030204" pitchFamily="34" charset="0"/>
              </a:rPr>
              <a:t>(Returns QuestionnaireResponse)</a:t>
            </a:r>
          </a:p>
        </p:txBody>
      </p:sp>
      <p:cxnSp>
        <p:nvCxnSpPr>
          <p:cNvPr id="27" name="Straight Arrow Connector 26">
            <a:extLst>
              <a:ext uri="{FF2B5EF4-FFF2-40B4-BE49-F238E27FC236}">
                <a16:creationId xmlns:a16="http://schemas.microsoft.com/office/drawing/2014/main" id="{050C1263-1B82-283B-4E2A-503FC9029D44}"/>
              </a:ext>
            </a:extLst>
          </p:cNvPr>
          <p:cNvCxnSpPr>
            <a:cxnSpLocks/>
          </p:cNvCxnSpPr>
          <p:nvPr/>
        </p:nvCxnSpPr>
        <p:spPr>
          <a:xfrm flipH="1">
            <a:off x="9015984" y="3624938"/>
            <a:ext cx="4894" cy="983606"/>
          </a:xfrm>
          <a:prstGeom prst="straightConnector1">
            <a:avLst/>
          </a:prstGeom>
          <a:ln w="15875">
            <a:solidFill>
              <a:schemeClr val="accent1">
                <a:lumMod val="75000"/>
              </a:schemeClr>
            </a:solidFill>
            <a:prstDash val="sysDash"/>
            <a:headEnd type="triangle"/>
            <a:tailEnd type="none"/>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88D10EEF-7A62-DCA1-AC99-AEF971E528F5}"/>
              </a:ext>
            </a:extLst>
          </p:cNvPr>
          <p:cNvSpPr/>
          <p:nvPr/>
        </p:nvSpPr>
        <p:spPr>
          <a:xfrm rot="19995267">
            <a:off x="19686" y="642075"/>
            <a:ext cx="3121368" cy="923330"/>
          </a:xfrm>
          <a:prstGeom prst="rect">
            <a:avLst/>
          </a:prstGeom>
          <a:noFill/>
        </p:spPr>
        <p:txBody>
          <a:bodyPr wrap="none" lIns="91440" tIns="45720" rIns="91440" bIns="45720">
            <a:spAutoFit/>
          </a:bodyPr>
          <a:lstStyle/>
          <a:p>
            <a:pPr algn="ctr"/>
            <a:r>
              <a:rPr lang="en-US" sz="5400" b="1" cap="none" spc="0" dirty="0">
                <a:ln w="6600">
                  <a:solidFill>
                    <a:schemeClr val="accent2"/>
                  </a:solidFill>
                  <a:prstDash val="solid"/>
                </a:ln>
                <a:solidFill>
                  <a:srgbClr val="FFFFFF"/>
                </a:solidFill>
                <a:effectLst>
                  <a:outerShdw dist="38100" dir="2700000" algn="tl" rotWithShape="0">
                    <a:schemeClr val="accent2"/>
                  </a:outerShdw>
                </a:effectLst>
              </a:rPr>
              <a:t>PREVIOUS</a:t>
            </a:r>
          </a:p>
        </p:txBody>
      </p:sp>
    </p:spTree>
    <p:extLst>
      <p:ext uri="{BB962C8B-B14F-4D97-AF65-F5344CB8AC3E}">
        <p14:creationId xmlns:p14="http://schemas.microsoft.com/office/powerpoint/2010/main" val="339932424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B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6:9_WhitePrint-Basic">
  <a:themeElements>
    <a:clrScheme name="LB-1">
      <a:dk1>
        <a:srgbClr val="000000"/>
      </a:dk1>
      <a:lt1>
        <a:srgbClr val="FFFFFF"/>
      </a:lt1>
      <a:dk2>
        <a:srgbClr val="0E2641"/>
      </a:dk2>
      <a:lt2>
        <a:srgbClr val="E5EEEF"/>
      </a:lt2>
      <a:accent1>
        <a:srgbClr val="335EAC"/>
      </a:accent1>
      <a:accent2>
        <a:srgbClr val="167FAC"/>
      </a:accent2>
      <a:accent3>
        <a:srgbClr val="6E7881"/>
      </a:accent3>
      <a:accent4>
        <a:srgbClr val="238541"/>
      </a:accent4>
      <a:accent5>
        <a:srgbClr val="D3442E"/>
      </a:accent5>
      <a:accent6>
        <a:srgbClr val="5D499E"/>
      </a:accent6>
      <a:hlink>
        <a:srgbClr val="0068DA"/>
      </a:hlink>
      <a:folHlink>
        <a:srgbClr val="FF2D5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EDA5D221-2F87-7B45-AC35-4B8A769F4A4B}" vid="{93D4D1F7-A1F9-DC46-AC53-4EA5240238A2}"/>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0F70DC8A1530E4DB178FA35EDE5F39D" ma:contentTypeVersion="9" ma:contentTypeDescription="Create a new document." ma:contentTypeScope="" ma:versionID="1cce1fca9ce763ed11fa19bdb0fe8b1d">
  <xsd:schema xmlns:xsd="http://www.w3.org/2001/XMLSchema" xmlns:xs="http://www.w3.org/2001/XMLSchema" xmlns:p="http://schemas.microsoft.com/office/2006/metadata/properties" xmlns:ns2="5bceed9a-bae5-4329-97ef-b259bd0b225e" xmlns:ns3="c6e6fbc9-cbf1-42ee-bbf0-d6e110e2b732" targetNamespace="http://schemas.microsoft.com/office/2006/metadata/properties" ma:root="true" ma:fieldsID="3cf6b5d0f0e239b418ef18793d4ad570" ns2:_="" ns3:_="">
    <xsd:import namespace="5bceed9a-bae5-4329-97ef-b259bd0b225e"/>
    <xsd:import namespace="c6e6fbc9-cbf1-42ee-bbf0-d6e110e2b73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ceed9a-bae5-4329-97ef-b259bd0b225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6e6fbc9-cbf1-42ee-bbf0-d6e110e2b73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5bceed9a-bae5-4329-97ef-b259bd0b225e">
      <UserInfo>
        <DisplayName>Ambrose, Nalini</DisplayName>
        <AccountId>13</AccountId>
        <AccountType/>
      </UserInfo>
      <UserInfo>
        <DisplayName>Lyall, Jessica</DisplayName>
        <AccountId>178</AccountId>
        <AccountType/>
      </UserInfo>
      <UserInfo>
        <DisplayName>Horbachevsky, Olexa</DisplayName>
        <AccountId>10</AccountId>
        <AccountType/>
      </UserInfo>
    </SharedWithUsers>
  </documentManagement>
</p:properties>
</file>

<file path=customXml/itemProps1.xml><?xml version="1.0" encoding="utf-8"?>
<ds:datastoreItem xmlns:ds="http://schemas.openxmlformats.org/officeDocument/2006/customXml" ds:itemID="{416BA5C9-2D71-4B86-AE8A-8C0D9BC5FB22}">
  <ds:schemaRefs>
    <ds:schemaRef ds:uri="http://schemas.microsoft.com/sharepoint/v3/contenttype/forms"/>
  </ds:schemaRefs>
</ds:datastoreItem>
</file>

<file path=customXml/itemProps2.xml><?xml version="1.0" encoding="utf-8"?>
<ds:datastoreItem xmlns:ds="http://schemas.openxmlformats.org/officeDocument/2006/customXml" ds:itemID="{689E3714-0C22-4FB6-8F0B-6642022266D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bceed9a-bae5-4329-97ef-b259bd0b225e"/>
    <ds:schemaRef ds:uri="c6e6fbc9-cbf1-42ee-bbf0-d6e110e2b7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50FCDD-08B1-48D8-BB50-7A17E590A5EE}">
  <ds:schemaRefs>
    <ds:schemaRef ds:uri="http://purl.org/dc/terms/"/>
    <ds:schemaRef ds:uri="http://schemas.openxmlformats.org/package/2006/metadata/core-properties"/>
    <ds:schemaRef ds:uri="http://purl.org/dc/dcmitype/"/>
    <ds:schemaRef ds:uri="http://schemas.microsoft.com/office/infopath/2007/PartnerControls"/>
    <ds:schemaRef ds:uri="http://schemas.microsoft.com/office/2006/documentManagement/types"/>
    <ds:schemaRef ds:uri="5bceed9a-bae5-4329-97ef-b259bd0b225e"/>
    <ds:schemaRef ds:uri="http://purl.org/dc/elements/1.1/"/>
    <ds:schemaRef ds:uri="http://schemas.microsoft.com/office/2006/metadata/properties"/>
    <ds:schemaRef ds:uri="c6e6fbc9-cbf1-42ee-bbf0-d6e110e2b732"/>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TotalTime>3092</TotalTime>
  <Words>449</Words>
  <Application>Microsoft Office PowerPoint</Application>
  <PresentationFormat>Widescreen</PresentationFormat>
  <Paragraphs>147</Paragraphs>
  <Slides>6</Slides>
  <Notes>4</Notes>
  <HiddenSlides>0</HiddenSlides>
  <MMClips>0</MMClips>
  <ScaleCrop>false</ScaleCrop>
  <HeadingPairs>
    <vt:vector size="6" baseType="variant">
      <vt:variant>
        <vt:lpstr>Fonts Used</vt:lpstr>
      </vt:variant>
      <vt:variant>
        <vt:i4>12</vt:i4>
      </vt:variant>
      <vt:variant>
        <vt:lpstr>Theme</vt:lpstr>
      </vt:variant>
      <vt:variant>
        <vt:i4>4</vt:i4>
      </vt:variant>
      <vt:variant>
        <vt:lpstr>Slide Titles</vt:lpstr>
      </vt:variant>
      <vt:variant>
        <vt:i4>6</vt:i4>
      </vt:variant>
    </vt:vector>
  </HeadingPairs>
  <TitlesOfParts>
    <vt:vector size="22" baseType="lpstr">
      <vt:lpstr>Arial</vt:lpstr>
      <vt:lpstr>Arial Narrow</vt:lpstr>
      <vt:lpstr>Bauhaus 93</vt:lpstr>
      <vt:lpstr>Calibri</vt:lpstr>
      <vt:lpstr>Calibri Light</vt:lpstr>
      <vt:lpstr>Cambria</vt:lpstr>
      <vt:lpstr>Consolas</vt:lpstr>
      <vt:lpstr>Helvetica LT Std</vt:lpstr>
      <vt:lpstr>Helvetica Neue</vt:lpstr>
      <vt:lpstr>Tahoma</vt:lpstr>
      <vt:lpstr>Wingdings</vt:lpstr>
      <vt:lpstr>ヒラギノ角ゴ Pro W3</vt:lpstr>
      <vt:lpstr>Custom Design</vt:lpstr>
      <vt:lpstr>1_Custom Design</vt:lpstr>
      <vt:lpstr>TRBTemplate</vt:lpstr>
      <vt:lpstr>16:9_WhitePrint-Basic</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Kickoff Meeting</dc:title>
  <dc:creator>McLauchlin, Andrew W</dc:creator>
  <cp:lastModifiedBy>Jeff Brown</cp:lastModifiedBy>
  <cp:revision>160</cp:revision>
  <cp:lastPrinted>2020-04-01T22:46:57Z</cp:lastPrinted>
  <dcterms:created xsi:type="dcterms:W3CDTF">2019-09-26T13:54:24Z</dcterms:created>
  <dcterms:modified xsi:type="dcterms:W3CDTF">2026-06-05T13:05:11Z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0x01010060F70DC8A1530E4DB178FA35EDE5F39D</vt:lpwstr>
  </property>
  <property fmtid="{D5CDD505-2E9C-101B-9397-08002B2CF9AE}" pid="3" name="_dlc_DocIdItemGuid">
    <vt:lpwstr>d7cc9391-e7f4-4303-9a80-f570e9ea5d6f</vt:lpwstr>
  </property>
</Properties>
</file>